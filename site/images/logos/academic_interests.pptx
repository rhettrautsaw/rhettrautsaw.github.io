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</p:sldMasterIdLst>
  <p:notesMasterIdLst>
    <p:notesMasterId r:id="rId5"/>
  </p:notesMasterIdLst>
  <p:sldIdLst>
    <p:sldId id="367" r:id="rId3"/>
    <p:sldId id="48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5329800-CA85-2E4C-B51F-CE744BE2C5AC}">
          <p14:sldIdLst>
            <p14:sldId id="367"/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D47"/>
    <a:srgbClr val="727272"/>
    <a:srgbClr val="A6A6A6"/>
    <a:srgbClr val="008F00"/>
    <a:srgbClr val="07A3E0"/>
    <a:srgbClr val="4D5AB4"/>
    <a:srgbClr val="F37839"/>
    <a:srgbClr val="8A3535"/>
    <a:srgbClr val="03AF0F"/>
    <a:srgbClr val="D9D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4"/>
    <p:restoredTop sz="84384"/>
  </p:normalViewPr>
  <p:slideViewPr>
    <p:cSldViewPr snapToGrid="0" snapToObjects="1">
      <p:cViewPr varScale="1">
        <p:scale>
          <a:sx n="106" d="100"/>
          <a:sy n="106" d="100"/>
        </p:scale>
        <p:origin x="155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AB12-39A5-B742-806F-7D835E281F5A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A47D0-58EB-6B4D-95C0-E2758E49B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2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A47D0-58EB-6B4D-95C0-E2758E49B5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E395-3CD5-4A4F-9A36-8D783129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3A36F-73E1-C44C-9490-32A68CA38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3818C-1BD5-CF48-9D61-B0E0E06E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B170-B601-C14C-81DC-BFD7657A137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68888-6C12-7348-AB89-7F941C5C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3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FF96-8E69-964A-A4E5-86209682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71C82-C9FB-C947-9897-D3B45D5A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C14D-AD03-7746-9C52-6D3C592E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874A-5189-4C45-932B-1A9386D678C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E917-74C7-8744-AFE7-CE42E34E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7B893-BA89-5C4D-B023-5D44231C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8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2F1B-6671-664D-8409-2B8C61A2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2A233-D0BE-EB4D-BE2B-F17CC036A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D3FDA-A39D-9C46-878A-F3AD2FB1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0846C-B694-2E42-A324-EB6EEED07339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9396-5FBE-C04A-BC11-3FA51599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E533-A328-BE42-A85F-87C7E868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0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5A12-01B0-6648-9E39-56BCA6B3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35D62-D800-404F-AE5F-CA175A324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E7285-0083-CF40-A5A6-8433DA9E7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A736-E1A7-D24F-9715-5472923B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CEC3-6021-EB4E-B0D9-E570EA5FE865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D4CF-B4CE-DD4D-A1F5-2C34D9C2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02087-96F3-AF40-A407-D123C962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8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7C5DA-DF3E-784A-8432-0A102418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F767C-C18C-A84E-8794-82AC3A165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BF7DE-804B-DD48-84D5-411F9EA40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0A31-FF45-E74F-9610-ABEA8167F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E2068-3166-F146-A470-95E5DCA7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D93E5-CD93-1B4C-9D15-737A26E3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461B-7469-154B-9324-A4CCA822B40B}" type="datetime1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8A1DA-F218-3947-B8EB-5191BCA4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EE5D4-7C0C-4746-ACA6-9502C2E5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3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4BCE-72F7-3A40-AD6F-BCBE2B9C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92B70-0BE3-2F4C-AE28-FFB04745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7F50-C1CA-7941-9F3F-5CF2E6BED18F}" type="datetime1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00E0B-FDBC-164A-B51E-6669D40B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C85E8-9CA0-CD45-B011-32DB04D7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3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832AD-A94D-654B-9A6E-6382FFEB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D42-BB3D-3147-955B-FA2D6EB6634B}" type="datetime1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F0B3D-2AE0-8A4E-AE02-8D6DFA8D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E7FE3-59F4-884F-B541-F732372F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4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97FB-A256-BD42-8107-B56CFF78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92EF-9BF0-A44E-8538-F0D0DFB4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60C79-5AAA-184F-BACA-4E99B7B2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E7038-55E4-6B45-8B32-FD206096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D8F-99E8-1A4D-AADC-F474545C9E47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E0BC6-EC2E-C348-8DFD-DBDDC01F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22566-F92F-7145-9B10-4D969899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1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A1FA-47F5-B447-B221-E0DFF604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64863-CAB2-9244-BC21-D5DADA6FF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11F7E-400F-3246-8AC9-8AB7D34B5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1CD2A-4160-7D40-838A-5B1DE4F8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57C05-6F64-BD44-A390-E544EEDEB231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B9CF-49C2-2945-B02E-019CA369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89A59-BFF1-814F-A6F6-AAA23D9D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5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6E7B-536E-EF44-9E52-331A3A75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DE77D-39D7-FB41-98AC-6C6A370C1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7234-3475-524F-9E2F-3545A9DB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2F5D-1830-D942-A540-07C710B92A31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DF8D-FBCA-E247-AC24-50D05321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C827D-3640-F34D-BECC-F004BA20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28CC2-F9E1-EF4B-B0BF-C40E8F53E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9D75-015A-FC4E-A5F1-B5A2982ED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AECDD-6061-C54B-A76D-C932C532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E62B-A686-3B45-8DA8-E92A29AA12E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921C9-C0C8-FE48-895D-149C985E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F5180-12D4-B74E-88F9-75CDEF87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59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E395-3CD5-4A4F-9A36-8D783129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3A36F-73E1-C44C-9490-32A68CA38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3818C-1BD5-CF48-9D61-B0E0E06E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B170-B601-C14C-81DC-BFD7657A137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68888-6C12-7348-AB89-7F941C5C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22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8FF96-8E69-964A-A4E5-86209682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71C82-C9FB-C947-9897-D3B45D5A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7C14D-AD03-7746-9C52-6D3C592E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0874A-5189-4C45-932B-1A9386D678C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E917-74C7-8744-AFE7-CE42E34E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7B893-BA89-5C4D-B023-5D44231C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2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2F1B-6671-664D-8409-2B8C61A2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2A233-D0BE-EB4D-BE2B-F17CC036A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D3FDA-A39D-9C46-878A-F3AD2FB1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0846C-B694-2E42-A324-EB6EEED07339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9396-5FBE-C04A-BC11-3FA51599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E533-A328-BE42-A85F-87C7E868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0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5A12-01B0-6648-9E39-56BCA6B3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35D62-D800-404F-AE5F-CA175A324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E7285-0083-CF40-A5A6-8433DA9E7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A736-E1A7-D24F-9715-5472923B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CEC3-6021-EB4E-B0D9-E570EA5FE865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D4CF-B4CE-DD4D-A1F5-2C34D9C2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02087-96F3-AF40-A407-D123C962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8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7C5DA-DF3E-784A-8432-0A102418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F767C-C18C-A84E-8794-82AC3A165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BF7DE-804B-DD48-84D5-411F9EA40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0A31-FF45-E74F-9610-ABEA8167F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E2068-3166-F146-A470-95E5DCA75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D93E5-CD93-1B4C-9D15-737A26E3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461B-7469-154B-9324-A4CCA822B40B}" type="datetime1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8A1DA-F218-3947-B8EB-5191BCA4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EE5D4-7C0C-4746-ACA6-9502C2E5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92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4BCE-72F7-3A40-AD6F-BCBE2B9C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92B70-0BE3-2F4C-AE28-FFB04745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97F50-C1CA-7941-9F3F-5CF2E6BED18F}" type="datetime1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00E0B-FDBC-164A-B51E-6669D40B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C85E8-9CA0-CD45-B011-32DB04D7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6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B832AD-A94D-654B-9A6E-6382FFEB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AD42-BB3D-3147-955B-FA2D6EB6634B}" type="datetime1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F0B3D-2AE0-8A4E-AE02-8D6DFA8D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E7FE3-59F4-884F-B541-F732372F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75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97FB-A256-BD42-8107-B56CFF78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B92EF-9BF0-A44E-8538-F0D0DFB4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60C79-5AAA-184F-BACA-4E99B7B2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E7038-55E4-6B45-8B32-FD206096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D8F-99E8-1A4D-AADC-F474545C9E47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E0BC6-EC2E-C348-8DFD-DBDDC01F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22566-F92F-7145-9B10-4D969899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3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A1FA-47F5-B447-B221-E0DFF604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64863-CAB2-9244-BC21-D5DADA6FF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11F7E-400F-3246-8AC9-8AB7D34B5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1CD2A-4160-7D40-838A-5B1DE4F8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57C05-6F64-BD44-A390-E544EEDEB231}" type="datetime1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B9CF-49C2-2945-B02E-019CA369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89A59-BFF1-814F-A6F6-AAA23D9D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581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6E7B-536E-EF44-9E52-331A3A75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DE77D-39D7-FB41-98AC-6C6A370C1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7234-3475-524F-9E2F-3545A9DB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52F5D-1830-D942-A540-07C710B92A31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DF8D-FBCA-E247-AC24-50D05321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C827D-3640-F34D-BECC-F004BA20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15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28CC2-F9E1-EF4B-B0BF-C40E8F53E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39D75-015A-FC4E-A5F1-B5A2982ED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AECDD-6061-C54B-A76D-C932C532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E62B-A686-3B45-8DA8-E92A29AA12EF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921C9-C0C8-FE48-895D-149C985E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F5180-12D4-B74E-88F9-75CDEF87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2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E3B066-5D01-204D-AB82-42D23B39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CD04-EFB6-1B44-BB24-69EF6FEA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3D3D4-84C4-FA44-8FEB-7F1143A52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A27C1-DE8F-194D-9AC9-DAF6A4D97C3E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3624-FB6F-D044-BFBF-1262F7F8F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83EF-611E-F341-A7A6-49A59FF34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114471"/>
            <a:ext cx="838200" cy="501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794D-28CD-934E-9B63-A330D453A2C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69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sm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E3B066-5D01-204D-AB82-42D23B39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CD04-EFB6-1B44-BB24-69EF6FEA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3D3D4-84C4-FA44-8FEB-7F1143A52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A27C1-DE8F-194D-9AC9-DAF6A4D97C3E}" type="datetime1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3624-FB6F-D044-BFBF-1262F7F8F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83EF-611E-F341-A7A6-49A59FF34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114471"/>
            <a:ext cx="838200" cy="501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794D-28CD-934E-9B63-A330D453A2C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75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7.sv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8.sv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microsoft.com/office/2007/relationships/hdphoto" Target="../media/hdphoto4.wdp"/><Relationship Id="rId5" Type="http://schemas.microsoft.com/office/2007/relationships/hdphoto" Target="../media/hdphoto2.wdp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299;p4">
            <a:extLst>
              <a:ext uri="{FF2B5EF4-FFF2-40B4-BE49-F238E27FC236}">
                <a16:creationId xmlns:a16="http://schemas.microsoft.com/office/drawing/2014/main" id="{E8D28AB0-9316-29CA-6E7E-31CBA1DC5C31}"/>
              </a:ext>
            </a:extLst>
          </p:cNvPr>
          <p:cNvGrpSpPr/>
          <p:nvPr/>
        </p:nvGrpSpPr>
        <p:grpSpPr>
          <a:xfrm>
            <a:off x="-1511319" y="7599421"/>
            <a:ext cx="939586" cy="907163"/>
            <a:chOff x="2127141" y="3043500"/>
            <a:chExt cx="422629" cy="408027"/>
          </a:xfrm>
        </p:grpSpPr>
        <p:grpSp>
          <p:nvGrpSpPr>
            <p:cNvPr id="577" name="Google Shape;300;p4">
              <a:extLst>
                <a:ext uri="{FF2B5EF4-FFF2-40B4-BE49-F238E27FC236}">
                  <a16:creationId xmlns:a16="http://schemas.microsoft.com/office/drawing/2014/main" id="{B2C857A1-5B82-99D6-624D-79D5F467119C}"/>
                </a:ext>
              </a:extLst>
            </p:cNvPr>
            <p:cNvGrpSpPr/>
            <p:nvPr/>
          </p:nvGrpSpPr>
          <p:grpSpPr>
            <a:xfrm>
              <a:off x="2127141" y="3048223"/>
              <a:ext cx="418743" cy="403304"/>
              <a:chOff x="2101363" y="3048223"/>
              <a:chExt cx="418743" cy="403304"/>
            </a:xfrm>
          </p:grpSpPr>
          <p:sp>
            <p:nvSpPr>
              <p:cNvPr id="580" name="Google Shape;301;p4">
                <a:extLst>
                  <a:ext uri="{FF2B5EF4-FFF2-40B4-BE49-F238E27FC236}">
                    <a16:creationId xmlns:a16="http://schemas.microsoft.com/office/drawing/2014/main" id="{BEF28D08-E9D3-A641-B2E9-09F0911BF401}"/>
                  </a:ext>
                </a:extLst>
              </p:cNvPr>
              <p:cNvSpPr/>
              <p:nvPr/>
            </p:nvSpPr>
            <p:spPr>
              <a:xfrm>
                <a:off x="2101363" y="3048223"/>
                <a:ext cx="418743" cy="403304"/>
              </a:xfrm>
              <a:custGeom>
                <a:avLst/>
                <a:gdLst/>
                <a:ahLst/>
                <a:cxnLst/>
                <a:rect l="l" t="t" r="r" b="b"/>
                <a:pathLst>
                  <a:path w="8245" h="7941" extrusionOk="0">
                    <a:moveTo>
                      <a:pt x="4278" y="1"/>
                    </a:moveTo>
                    <a:cubicBezTo>
                      <a:pt x="2677" y="1"/>
                      <a:pt x="1227" y="967"/>
                      <a:pt x="614" y="2453"/>
                    </a:cubicBezTo>
                    <a:cubicBezTo>
                      <a:pt x="1" y="3932"/>
                      <a:pt x="340" y="5641"/>
                      <a:pt x="1472" y="6773"/>
                    </a:cubicBezTo>
                    <a:cubicBezTo>
                      <a:pt x="2235" y="7536"/>
                      <a:pt x="3250" y="7940"/>
                      <a:pt x="4283" y="7940"/>
                    </a:cubicBezTo>
                    <a:cubicBezTo>
                      <a:pt x="4793" y="7940"/>
                      <a:pt x="5308" y="7842"/>
                      <a:pt x="5800" y="7639"/>
                    </a:cubicBezTo>
                    <a:cubicBezTo>
                      <a:pt x="7278" y="7019"/>
                      <a:pt x="8245" y="5576"/>
                      <a:pt x="8245" y="3968"/>
                    </a:cubicBezTo>
                    <a:cubicBezTo>
                      <a:pt x="8245" y="1782"/>
                      <a:pt x="6470" y="1"/>
                      <a:pt x="4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302;p4">
                <a:extLst>
                  <a:ext uri="{FF2B5EF4-FFF2-40B4-BE49-F238E27FC236}">
                    <a16:creationId xmlns:a16="http://schemas.microsoft.com/office/drawing/2014/main" id="{F6435863-0D2A-C506-40F7-805D6AA9EAFC}"/>
                  </a:ext>
                </a:extLst>
              </p:cNvPr>
              <p:cNvSpPr/>
              <p:nvPr/>
            </p:nvSpPr>
            <p:spPr>
              <a:xfrm>
                <a:off x="2119755" y="3068670"/>
                <a:ext cx="397728" cy="333674"/>
              </a:xfrm>
              <a:custGeom>
                <a:avLst/>
                <a:gdLst/>
                <a:ahLst/>
                <a:cxnLst/>
                <a:rect l="l" t="t" r="r" b="b"/>
                <a:pathLst>
                  <a:path w="7884" h="6570" extrusionOk="0">
                    <a:moveTo>
                      <a:pt x="4054" y="193"/>
                    </a:moveTo>
                    <a:cubicBezTo>
                      <a:pt x="4007" y="193"/>
                      <a:pt x="3974" y="204"/>
                      <a:pt x="3974" y="210"/>
                    </a:cubicBezTo>
                    <a:cubicBezTo>
                      <a:pt x="4039" y="253"/>
                      <a:pt x="4104" y="282"/>
                      <a:pt x="4176" y="296"/>
                    </a:cubicBezTo>
                    <a:cubicBezTo>
                      <a:pt x="4227" y="296"/>
                      <a:pt x="4270" y="275"/>
                      <a:pt x="4306" y="246"/>
                    </a:cubicBezTo>
                    <a:cubicBezTo>
                      <a:pt x="4320" y="231"/>
                      <a:pt x="4155" y="195"/>
                      <a:pt x="4090" y="195"/>
                    </a:cubicBezTo>
                    <a:cubicBezTo>
                      <a:pt x="4077" y="194"/>
                      <a:pt x="4065" y="193"/>
                      <a:pt x="4054" y="193"/>
                    </a:cubicBezTo>
                    <a:close/>
                    <a:moveTo>
                      <a:pt x="5083" y="223"/>
                    </a:moveTo>
                    <a:cubicBezTo>
                      <a:pt x="5048" y="223"/>
                      <a:pt x="5009" y="252"/>
                      <a:pt x="5013" y="296"/>
                    </a:cubicBezTo>
                    <a:cubicBezTo>
                      <a:pt x="5026" y="307"/>
                      <a:pt x="5037" y="311"/>
                      <a:pt x="5047" y="311"/>
                    </a:cubicBezTo>
                    <a:cubicBezTo>
                      <a:pt x="5074" y="311"/>
                      <a:pt x="5095" y="281"/>
                      <a:pt x="5128" y="281"/>
                    </a:cubicBezTo>
                    <a:cubicBezTo>
                      <a:pt x="5130" y="281"/>
                      <a:pt x="5133" y="281"/>
                      <a:pt x="5135" y="282"/>
                    </a:cubicBezTo>
                    <a:cubicBezTo>
                      <a:pt x="5135" y="241"/>
                      <a:pt x="5110" y="223"/>
                      <a:pt x="5083" y="223"/>
                    </a:cubicBezTo>
                    <a:close/>
                    <a:moveTo>
                      <a:pt x="6040" y="274"/>
                    </a:moveTo>
                    <a:cubicBezTo>
                      <a:pt x="6036" y="274"/>
                      <a:pt x="6033" y="274"/>
                      <a:pt x="6030" y="275"/>
                    </a:cubicBezTo>
                    <a:cubicBezTo>
                      <a:pt x="5979" y="275"/>
                      <a:pt x="5929" y="296"/>
                      <a:pt x="5922" y="311"/>
                    </a:cubicBezTo>
                    <a:lnTo>
                      <a:pt x="5929" y="311"/>
                    </a:lnTo>
                    <a:cubicBezTo>
                      <a:pt x="5929" y="322"/>
                      <a:pt x="6015" y="334"/>
                      <a:pt x="6067" y="334"/>
                    </a:cubicBezTo>
                    <a:cubicBezTo>
                      <a:pt x="6078" y="334"/>
                      <a:pt x="6088" y="334"/>
                      <a:pt x="6095" y="332"/>
                    </a:cubicBezTo>
                    <a:cubicBezTo>
                      <a:pt x="6129" y="325"/>
                      <a:pt x="6092" y="274"/>
                      <a:pt x="6040" y="274"/>
                    </a:cubicBezTo>
                    <a:close/>
                    <a:moveTo>
                      <a:pt x="3882" y="235"/>
                    </a:moveTo>
                    <a:cubicBezTo>
                      <a:pt x="3854" y="235"/>
                      <a:pt x="3811" y="262"/>
                      <a:pt x="3823" y="275"/>
                    </a:cubicBezTo>
                    <a:cubicBezTo>
                      <a:pt x="3824" y="279"/>
                      <a:pt x="3823" y="281"/>
                      <a:pt x="3819" y="281"/>
                    </a:cubicBezTo>
                    <a:cubicBezTo>
                      <a:pt x="3810" y="281"/>
                      <a:pt x="3785" y="268"/>
                      <a:pt x="3761" y="268"/>
                    </a:cubicBezTo>
                    <a:cubicBezTo>
                      <a:pt x="3752" y="268"/>
                      <a:pt x="3744" y="270"/>
                      <a:pt x="3736" y="275"/>
                    </a:cubicBezTo>
                    <a:cubicBezTo>
                      <a:pt x="3693" y="296"/>
                      <a:pt x="3686" y="368"/>
                      <a:pt x="3707" y="368"/>
                    </a:cubicBezTo>
                    <a:cubicBezTo>
                      <a:pt x="3722" y="376"/>
                      <a:pt x="3736" y="433"/>
                      <a:pt x="3736" y="440"/>
                    </a:cubicBezTo>
                    <a:cubicBezTo>
                      <a:pt x="3736" y="445"/>
                      <a:pt x="3742" y="446"/>
                      <a:pt x="3751" y="446"/>
                    </a:cubicBezTo>
                    <a:cubicBezTo>
                      <a:pt x="3773" y="446"/>
                      <a:pt x="3813" y="436"/>
                      <a:pt x="3823" y="426"/>
                    </a:cubicBezTo>
                    <a:cubicBezTo>
                      <a:pt x="3824" y="426"/>
                      <a:pt x="3825" y="425"/>
                      <a:pt x="3826" y="425"/>
                    </a:cubicBezTo>
                    <a:cubicBezTo>
                      <a:pt x="3844" y="425"/>
                      <a:pt x="3843" y="484"/>
                      <a:pt x="3823" y="498"/>
                    </a:cubicBezTo>
                    <a:cubicBezTo>
                      <a:pt x="3808" y="520"/>
                      <a:pt x="3830" y="556"/>
                      <a:pt x="3852" y="563"/>
                    </a:cubicBezTo>
                    <a:cubicBezTo>
                      <a:pt x="3873" y="563"/>
                      <a:pt x="3902" y="614"/>
                      <a:pt x="3924" y="614"/>
                    </a:cubicBezTo>
                    <a:cubicBezTo>
                      <a:pt x="3938" y="606"/>
                      <a:pt x="3974" y="527"/>
                      <a:pt x="3989" y="498"/>
                    </a:cubicBezTo>
                    <a:cubicBezTo>
                      <a:pt x="3991" y="487"/>
                      <a:pt x="4002" y="484"/>
                      <a:pt x="4017" y="484"/>
                    </a:cubicBezTo>
                    <a:cubicBezTo>
                      <a:pt x="4041" y="484"/>
                      <a:pt x="4074" y="494"/>
                      <a:pt x="4097" y="498"/>
                    </a:cubicBezTo>
                    <a:cubicBezTo>
                      <a:pt x="4098" y="498"/>
                      <a:pt x="4099" y="498"/>
                      <a:pt x="4099" y="498"/>
                    </a:cubicBezTo>
                    <a:cubicBezTo>
                      <a:pt x="4126" y="498"/>
                      <a:pt x="4139" y="389"/>
                      <a:pt x="4104" y="368"/>
                    </a:cubicBezTo>
                    <a:cubicBezTo>
                      <a:pt x="4068" y="354"/>
                      <a:pt x="4025" y="361"/>
                      <a:pt x="4010" y="347"/>
                    </a:cubicBezTo>
                    <a:cubicBezTo>
                      <a:pt x="3996" y="332"/>
                      <a:pt x="3981" y="325"/>
                      <a:pt x="3960" y="318"/>
                    </a:cubicBezTo>
                    <a:cubicBezTo>
                      <a:pt x="3938" y="318"/>
                      <a:pt x="3924" y="246"/>
                      <a:pt x="3895" y="239"/>
                    </a:cubicBezTo>
                    <a:cubicBezTo>
                      <a:pt x="3891" y="236"/>
                      <a:pt x="3887" y="235"/>
                      <a:pt x="3882" y="235"/>
                    </a:cubicBezTo>
                    <a:close/>
                    <a:moveTo>
                      <a:pt x="2056" y="87"/>
                    </a:moveTo>
                    <a:cubicBezTo>
                      <a:pt x="2048" y="87"/>
                      <a:pt x="1883" y="181"/>
                      <a:pt x="1731" y="260"/>
                    </a:cubicBezTo>
                    <a:cubicBezTo>
                      <a:pt x="1558" y="376"/>
                      <a:pt x="1392" y="505"/>
                      <a:pt x="1241" y="650"/>
                    </a:cubicBezTo>
                    <a:cubicBezTo>
                      <a:pt x="1284" y="650"/>
                      <a:pt x="1356" y="642"/>
                      <a:pt x="1385" y="635"/>
                    </a:cubicBezTo>
                    <a:lnTo>
                      <a:pt x="1392" y="635"/>
                    </a:lnTo>
                    <a:cubicBezTo>
                      <a:pt x="1435" y="628"/>
                      <a:pt x="1515" y="614"/>
                      <a:pt x="1522" y="599"/>
                    </a:cubicBezTo>
                    <a:cubicBezTo>
                      <a:pt x="1529" y="585"/>
                      <a:pt x="1529" y="563"/>
                      <a:pt x="1522" y="549"/>
                    </a:cubicBezTo>
                    <a:lnTo>
                      <a:pt x="1544" y="549"/>
                    </a:lnTo>
                    <a:cubicBezTo>
                      <a:pt x="1565" y="549"/>
                      <a:pt x="1594" y="448"/>
                      <a:pt x="1616" y="426"/>
                    </a:cubicBezTo>
                    <a:cubicBezTo>
                      <a:pt x="1659" y="397"/>
                      <a:pt x="1709" y="368"/>
                      <a:pt x="1767" y="354"/>
                    </a:cubicBezTo>
                    <a:cubicBezTo>
                      <a:pt x="1796" y="325"/>
                      <a:pt x="1832" y="296"/>
                      <a:pt x="1868" y="275"/>
                    </a:cubicBezTo>
                    <a:cubicBezTo>
                      <a:pt x="1890" y="267"/>
                      <a:pt x="1926" y="217"/>
                      <a:pt x="1919" y="210"/>
                    </a:cubicBezTo>
                    <a:cubicBezTo>
                      <a:pt x="1919" y="195"/>
                      <a:pt x="1991" y="152"/>
                      <a:pt x="2027" y="138"/>
                    </a:cubicBezTo>
                    <a:cubicBezTo>
                      <a:pt x="2056" y="123"/>
                      <a:pt x="2070" y="87"/>
                      <a:pt x="2056" y="87"/>
                    </a:cubicBezTo>
                    <a:close/>
                    <a:moveTo>
                      <a:pt x="5316" y="498"/>
                    </a:moveTo>
                    <a:cubicBezTo>
                      <a:pt x="5301" y="498"/>
                      <a:pt x="5287" y="520"/>
                      <a:pt x="5287" y="520"/>
                    </a:cubicBezTo>
                    <a:cubicBezTo>
                      <a:pt x="5280" y="527"/>
                      <a:pt x="5135" y="563"/>
                      <a:pt x="5092" y="585"/>
                    </a:cubicBezTo>
                    <a:cubicBezTo>
                      <a:pt x="5056" y="599"/>
                      <a:pt x="5013" y="628"/>
                      <a:pt x="4984" y="657"/>
                    </a:cubicBezTo>
                    <a:cubicBezTo>
                      <a:pt x="4962" y="671"/>
                      <a:pt x="4933" y="815"/>
                      <a:pt x="4919" y="837"/>
                    </a:cubicBezTo>
                    <a:cubicBezTo>
                      <a:pt x="4912" y="852"/>
                      <a:pt x="4970" y="909"/>
                      <a:pt x="4991" y="924"/>
                    </a:cubicBezTo>
                    <a:cubicBezTo>
                      <a:pt x="5006" y="927"/>
                      <a:pt x="5018" y="929"/>
                      <a:pt x="5030" y="929"/>
                    </a:cubicBezTo>
                    <a:cubicBezTo>
                      <a:pt x="5042" y="929"/>
                      <a:pt x="5052" y="927"/>
                      <a:pt x="5063" y="924"/>
                    </a:cubicBezTo>
                    <a:cubicBezTo>
                      <a:pt x="5063" y="880"/>
                      <a:pt x="5056" y="830"/>
                      <a:pt x="5042" y="787"/>
                    </a:cubicBezTo>
                    <a:cubicBezTo>
                      <a:pt x="5020" y="758"/>
                      <a:pt x="5135" y="700"/>
                      <a:pt x="5171" y="664"/>
                    </a:cubicBezTo>
                    <a:lnTo>
                      <a:pt x="5164" y="664"/>
                    </a:lnTo>
                    <a:cubicBezTo>
                      <a:pt x="5200" y="635"/>
                      <a:pt x="5323" y="592"/>
                      <a:pt x="5337" y="556"/>
                    </a:cubicBezTo>
                    <a:cubicBezTo>
                      <a:pt x="5345" y="534"/>
                      <a:pt x="5337" y="513"/>
                      <a:pt x="5316" y="498"/>
                    </a:cubicBezTo>
                    <a:close/>
                    <a:moveTo>
                      <a:pt x="3092" y="1109"/>
                    </a:moveTo>
                    <a:cubicBezTo>
                      <a:pt x="3084" y="1109"/>
                      <a:pt x="3071" y="1162"/>
                      <a:pt x="3058" y="1169"/>
                    </a:cubicBezTo>
                    <a:cubicBezTo>
                      <a:pt x="3042" y="1179"/>
                      <a:pt x="3054" y="1186"/>
                      <a:pt x="3064" y="1186"/>
                    </a:cubicBezTo>
                    <a:cubicBezTo>
                      <a:pt x="3067" y="1186"/>
                      <a:pt x="3071" y="1185"/>
                      <a:pt x="3073" y="1183"/>
                    </a:cubicBezTo>
                    <a:cubicBezTo>
                      <a:pt x="3073" y="1183"/>
                      <a:pt x="3074" y="1183"/>
                      <a:pt x="3074" y="1183"/>
                    </a:cubicBezTo>
                    <a:lnTo>
                      <a:pt x="3074" y="1183"/>
                    </a:lnTo>
                    <a:cubicBezTo>
                      <a:pt x="3079" y="1183"/>
                      <a:pt x="3072" y="1220"/>
                      <a:pt x="3065" y="1234"/>
                    </a:cubicBezTo>
                    <a:cubicBezTo>
                      <a:pt x="3051" y="1248"/>
                      <a:pt x="3123" y="1263"/>
                      <a:pt x="3130" y="1284"/>
                    </a:cubicBezTo>
                    <a:cubicBezTo>
                      <a:pt x="3142" y="1302"/>
                      <a:pt x="3159" y="1315"/>
                      <a:pt x="3181" y="1315"/>
                    </a:cubicBezTo>
                    <a:cubicBezTo>
                      <a:pt x="3185" y="1315"/>
                      <a:pt x="3190" y="1314"/>
                      <a:pt x="3195" y="1313"/>
                    </a:cubicBezTo>
                    <a:cubicBezTo>
                      <a:pt x="3217" y="1313"/>
                      <a:pt x="3275" y="1284"/>
                      <a:pt x="3289" y="1284"/>
                    </a:cubicBezTo>
                    <a:cubicBezTo>
                      <a:pt x="3311" y="1277"/>
                      <a:pt x="3325" y="1183"/>
                      <a:pt x="3318" y="1169"/>
                    </a:cubicBezTo>
                    <a:cubicBezTo>
                      <a:pt x="3311" y="1147"/>
                      <a:pt x="3217" y="1147"/>
                      <a:pt x="3195" y="1147"/>
                    </a:cubicBezTo>
                    <a:cubicBezTo>
                      <a:pt x="3159" y="1140"/>
                      <a:pt x="3130" y="1126"/>
                      <a:pt x="3094" y="1111"/>
                    </a:cubicBezTo>
                    <a:cubicBezTo>
                      <a:pt x="3094" y="1110"/>
                      <a:pt x="3093" y="1109"/>
                      <a:pt x="3092" y="1109"/>
                    </a:cubicBezTo>
                    <a:close/>
                    <a:moveTo>
                      <a:pt x="1228" y="1247"/>
                    </a:moveTo>
                    <a:cubicBezTo>
                      <a:pt x="1212" y="1247"/>
                      <a:pt x="1181" y="1271"/>
                      <a:pt x="1169" y="1284"/>
                    </a:cubicBezTo>
                    <a:cubicBezTo>
                      <a:pt x="1154" y="1299"/>
                      <a:pt x="1169" y="1364"/>
                      <a:pt x="1197" y="1364"/>
                    </a:cubicBezTo>
                    <a:cubicBezTo>
                      <a:pt x="1218" y="1364"/>
                      <a:pt x="1256" y="1283"/>
                      <a:pt x="1285" y="1283"/>
                    </a:cubicBezTo>
                    <a:cubicBezTo>
                      <a:pt x="1287" y="1283"/>
                      <a:pt x="1289" y="1283"/>
                      <a:pt x="1291" y="1284"/>
                    </a:cubicBezTo>
                    <a:cubicBezTo>
                      <a:pt x="1318" y="1301"/>
                      <a:pt x="1337" y="1309"/>
                      <a:pt x="1342" y="1309"/>
                    </a:cubicBezTo>
                    <a:cubicBezTo>
                      <a:pt x="1343" y="1309"/>
                      <a:pt x="1343" y="1308"/>
                      <a:pt x="1342" y="1306"/>
                    </a:cubicBezTo>
                    <a:cubicBezTo>
                      <a:pt x="1306" y="1284"/>
                      <a:pt x="1270" y="1263"/>
                      <a:pt x="1233" y="1248"/>
                    </a:cubicBezTo>
                    <a:cubicBezTo>
                      <a:pt x="1232" y="1247"/>
                      <a:pt x="1230" y="1247"/>
                      <a:pt x="1228" y="1247"/>
                    </a:cubicBezTo>
                    <a:close/>
                    <a:moveTo>
                      <a:pt x="2928" y="0"/>
                    </a:moveTo>
                    <a:cubicBezTo>
                      <a:pt x="2863" y="15"/>
                      <a:pt x="2806" y="22"/>
                      <a:pt x="2748" y="29"/>
                    </a:cubicBezTo>
                    <a:cubicBezTo>
                      <a:pt x="2676" y="29"/>
                      <a:pt x="2604" y="29"/>
                      <a:pt x="2532" y="37"/>
                    </a:cubicBezTo>
                    <a:cubicBezTo>
                      <a:pt x="2503" y="51"/>
                      <a:pt x="2481" y="101"/>
                      <a:pt x="2488" y="123"/>
                    </a:cubicBezTo>
                    <a:cubicBezTo>
                      <a:pt x="2496" y="145"/>
                      <a:pt x="2359" y="145"/>
                      <a:pt x="2323" y="145"/>
                    </a:cubicBezTo>
                    <a:cubicBezTo>
                      <a:pt x="2214" y="159"/>
                      <a:pt x="2106" y="181"/>
                      <a:pt x="2005" y="224"/>
                    </a:cubicBezTo>
                    <a:cubicBezTo>
                      <a:pt x="1948" y="253"/>
                      <a:pt x="1904" y="332"/>
                      <a:pt x="1919" y="332"/>
                    </a:cubicBezTo>
                    <a:cubicBezTo>
                      <a:pt x="1940" y="339"/>
                      <a:pt x="1890" y="383"/>
                      <a:pt x="1854" y="390"/>
                    </a:cubicBezTo>
                    <a:cubicBezTo>
                      <a:pt x="1825" y="404"/>
                      <a:pt x="1753" y="412"/>
                      <a:pt x="1738" y="426"/>
                    </a:cubicBezTo>
                    <a:cubicBezTo>
                      <a:pt x="1717" y="440"/>
                      <a:pt x="1753" y="455"/>
                      <a:pt x="1760" y="469"/>
                    </a:cubicBezTo>
                    <a:cubicBezTo>
                      <a:pt x="1761" y="470"/>
                      <a:pt x="1762" y="471"/>
                      <a:pt x="1764" y="471"/>
                    </a:cubicBezTo>
                    <a:cubicBezTo>
                      <a:pt x="1771" y="471"/>
                      <a:pt x="1782" y="464"/>
                      <a:pt x="1794" y="464"/>
                    </a:cubicBezTo>
                    <a:cubicBezTo>
                      <a:pt x="1799" y="464"/>
                      <a:pt x="1805" y="466"/>
                      <a:pt x="1810" y="469"/>
                    </a:cubicBezTo>
                    <a:cubicBezTo>
                      <a:pt x="1839" y="477"/>
                      <a:pt x="1875" y="484"/>
                      <a:pt x="1904" y="491"/>
                    </a:cubicBezTo>
                    <a:cubicBezTo>
                      <a:pt x="1926" y="498"/>
                      <a:pt x="1854" y="505"/>
                      <a:pt x="1818" y="513"/>
                    </a:cubicBezTo>
                    <a:cubicBezTo>
                      <a:pt x="1782" y="513"/>
                      <a:pt x="1789" y="577"/>
                      <a:pt x="1818" y="592"/>
                    </a:cubicBezTo>
                    <a:cubicBezTo>
                      <a:pt x="1838" y="597"/>
                      <a:pt x="1880" y="602"/>
                      <a:pt x="1906" y="602"/>
                    </a:cubicBezTo>
                    <a:cubicBezTo>
                      <a:pt x="1916" y="602"/>
                      <a:pt x="1924" y="601"/>
                      <a:pt x="1926" y="599"/>
                    </a:cubicBezTo>
                    <a:cubicBezTo>
                      <a:pt x="1928" y="596"/>
                      <a:pt x="1933" y="594"/>
                      <a:pt x="1941" y="594"/>
                    </a:cubicBezTo>
                    <a:cubicBezTo>
                      <a:pt x="1966" y="594"/>
                      <a:pt x="2014" y="608"/>
                      <a:pt x="2041" y="614"/>
                    </a:cubicBezTo>
                    <a:cubicBezTo>
                      <a:pt x="2077" y="614"/>
                      <a:pt x="2099" y="700"/>
                      <a:pt x="2113" y="722"/>
                    </a:cubicBezTo>
                    <a:cubicBezTo>
                      <a:pt x="2121" y="758"/>
                      <a:pt x="2128" y="787"/>
                      <a:pt x="2121" y="823"/>
                    </a:cubicBezTo>
                    <a:cubicBezTo>
                      <a:pt x="2121" y="841"/>
                      <a:pt x="2167" y="869"/>
                      <a:pt x="2185" y="869"/>
                    </a:cubicBezTo>
                    <a:cubicBezTo>
                      <a:pt x="2189" y="869"/>
                      <a:pt x="2192" y="868"/>
                      <a:pt x="2193" y="866"/>
                    </a:cubicBezTo>
                    <a:cubicBezTo>
                      <a:pt x="2195" y="864"/>
                      <a:pt x="2196" y="863"/>
                      <a:pt x="2198" y="863"/>
                    </a:cubicBezTo>
                    <a:cubicBezTo>
                      <a:pt x="2205" y="863"/>
                      <a:pt x="2197" y="895"/>
                      <a:pt x="2178" y="895"/>
                    </a:cubicBezTo>
                    <a:cubicBezTo>
                      <a:pt x="2149" y="895"/>
                      <a:pt x="2171" y="967"/>
                      <a:pt x="2200" y="974"/>
                    </a:cubicBezTo>
                    <a:cubicBezTo>
                      <a:pt x="2229" y="989"/>
                      <a:pt x="2207" y="1032"/>
                      <a:pt x="2193" y="1046"/>
                    </a:cubicBezTo>
                    <a:cubicBezTo>
                      <a:pt x="2171" y="1061"/>
                      <a:pt x="2186" y="1104"/>
                      <a:pt x="2164" y="1118"/>
                    </a:cubicBezTo>
                    <a:cubicBezTo>
                      <a:pt x="2149" y="1133"/>
                      <a:pt x="2229" y="1277"/>
                      <a:pt x="2229" y="1349"/>
                    </a:cubicBezTo>
                    <a:cubicBezTo>
                      <a:pt x="2229" y="1429"/>
                      <a:pt x="2272" y="1486"/>
                      <a:pt x="2294" y="1486"/>
                    </a:cubicBezTo>
                    <a:cubicBezTo>
                      <a:pt x="2308" y="1486"/>
                      <a:pt x="2373" y="1501"/>
                      <a:pt x="2380" y="1515"/>
                    </a:cubicBezTo>
                    <a:cubicBezTo>
                      <a:pt x="2384" y="1518"/>
                      <a:pt x="2388" y="1520"/>
                      <a:pt x="2392" y="1520"/>
                    </a:cubicBezTo>
                    <a:cubicBezTo>
                      <a:pt x="2407" y="1520"/>
                      <a:pt x="2425" y="1505"/>
                      <a:pt x="2431" y="1493"/>
                    </a:cubicBezTo>
                    <a:cubicBezTo>
                      <a:pt x="2452" y="1472"/>
                      <a:pt x="2474" y="1443"/>
                      <a:pt x="2488" y="1414"/>
                    </a:cubicBezTo>
                    <a:cubicBezTo>
                      <a:pt x="2517" y="1349"/>
                      <a:pt x="2539" y="1284"/>
                      <a:pt x="2553" y="1219"/>
                    </a:cubicBezTo>
                    <a:cubicBezTo>
                      <a:pt x="2557" y="1209"/>
                      <a:pt x="2577" y="1207"/>
                      <a:pt x="2598" y="1207"/>
                    </a:cubicBezTo>
                    <a:cubicBezTo>
                      <a:pt x="2608" y="1207"/>
                      <a:pt x="2618" y="1207"/>
                      <a:pt x="2627" y="1207"/>
                    </a:cubicBezTo>
                    <a:cubicBezTo>
                      <a:pt x="2636" y="1207"/>
                      <a:pt x="2644" y="1207"/>
                      <a:pt x="2647" y="1205"/>
                    </a:cubicBezTo>
                    <a:cubicBezTo>
                      <a:pt x="2669" y="1183"/>
                      <a:pt x="2698" y="1169"/>
                      <a:pt x="2719" y="1147"/>
                    </a:cubicBezTo>
                    <a:cubicBezTo>
                      <a:pt x="2734" y="1133"/>
                      <a:pt x="2835" y="1097"/>
                      <a:pt x="2863" y="1075"/>
                    </a:cubicBezTo>
                    <a:cubicBezTo>
                      <a:pt x="2892" y="1054"/>
                      <a:pt x="2936" y="967"/>
                      <a:pt x="2950" y="953"/>
                    </a:cubicBezTo>
                    <a:cubicBezTo>
                      <a:pt x="2972" y="931"/>
                      <a:pt x="2943" y="938"/>
                      <a:pt x="2914" y="924"/>
                    </a:cubicBezTo>
                    <a:cubicBezTo>
                      <a:pt x="2892" y="916"/>
                      <a:pt x="2892" y="888"/>
                      <a:pt x="2907" y="873"/>
                    </a:cubicBezTo>
                    <a:cubicBezTo>
                      <a:pt x="2943" y="873"/>
                      <a:pt x="2986" y="880"/>
                      <a:pt x="3022" y="895"/>
                    </a:cubicBezTo>
                    <a:cubicBezTo>
                      <a:pt x="3027" y="897"/>
                      <a:pt x="3032" y="898"/>
                      <a:pt x="3037" y="898"/>
                    </a:cubicBezTo>
                    <a:cubicBezTo>
                      <a:pt x="3066" y="898"/>
                      <a:pt x="3099" y="871"/>
                      <a:pt x="3087" y="859"/>
                    </a:cubicBezTo>
                    <a:cubicBezTo>
                      <a:pt x="3074" y="846"/>
                      <a:pt x="3071" y="843"/>
                      <a:pt x="3075" y="843"/>
                    </a:cubicBezTo>
                    <a:cubicBezTo>
                      <a:pt x="3077" y="843"/>
                      <a:pt x="3081" y="844"/>
                      <a:pt x="3087" y="844"/>
                    </a:cubicBezTo>
                    <a:cubicBezTo>
                      <a:pt x="3088" y="845"/>
                      <a:pt x="3088" y="845"/>
                      <a:pt x="3088" y="845"/>
                    </a:cubicBezTo>
                    <a:cubicBezTo>
                      <a:pt x="3095" y="845"/>
                      <a:pt x="3101" y="800"/>
                      <a:pt x="3094" y="787"/>
                    </a:cubicBezTo>
                    <a:cubicBezTo>
                      <a:pt x="3080" y="779"/>
                      <a:pt x="3174" y="707"/>
                      <a:pt x="3159" y="650"/>
                    </a:cubicBezTo>
                    <a:cubicBezTo>
                      <a:pt x="3145" y="585"/>
                      <a:pt x="3181" y="520"/>
                      <a:pt x="3210" y="520"/>
                    </a:cubicBezTo>
                    <a:cubicBezTo>
                      <a:pt x="3231" y="513"/>
                      <a:pt x="3224" y="448"/>
                      <a:pt x="3195" y="440"/>
                    </a:cubicBezTo>
                    <a:cubicBezTo>
                      <a:pt x="3166" y="433"/>
                      <a:pt x="3195" y="426"/>
                      <a:pt x="3202" y="412"/>
                    </a:cubicBezTo>
                    <a:cubicBezTo>
                      <a:pt x="3224" y="390"/>
                      <a:pt x="3224" y="354"/>
                      <a:pt x="3224" y="325"/>
                    </a:cubicBezTo>
                    <a:cubicBezTo>
                      <a:pt x="3217" y="311"/>
                      <a:pt x="3267" y="296"/>
                      <a:pt x="3282" y="282"/>
                    </a:cubicBezTo>
                    <a:cubicBezTo>
                      <a:pt x="3303" y="260"/>
                      <a:pt x="3332" y="246"/>
                      <a:pt x="3368" y="239"/>
                    </a:cubicBezTo>
                    <a:cubicBezTo>
                      <a:pt x="3387" y="239"/>
                      <a:pt x="3395" y="194"/>
                      <a:pt x="3382" y="188"/>
                    </a:cubicBezTo>
                    <a:lnTo>
                      <a:pt x="3383" y="188"/>
                    </a:lnTo>
                    <a:cubicBezTo>
                      <a:pt x="3383" y="188"/>
                      <a:pt x="3382" y="188"/>
                      <a:pt x="3382" y="188"/>
                    </a:cubicBezTo>
                    <a:lnTo>
                      <a:pt x="3382" y="188"/>
                    </a:lnTo>
                    <a:cubicBezTo>
                      <a:pt x="3381" y="188"/>
                      <a:pt x="3380" y="187"/>
                      <a:pt x="3379" y="187"/>
                    </a:cubicBezTo>
                    <a:cubicBezTo>
                      <a:pt x="3378" y="187"/>
                      <a:pt x="3377" y="188"/>
                      <a:pt x="3376" y="188"/>
                    </a:cubicBezTo>
                    <a:lnTo>
                      <a:pt x="3376" y="188"/>
                    </a:lnTo>
                    <a:cubicBezTo>
                      <a:pt x="3343" y="187"/>
                      <a:pt x="3316" y="180"/>
                      <a:pt x="3289" y="166"/>
                    </a:cubicBezTo>
                    <a:cubicBezTo>
                      <a:pt x="3263" y="156"/>
                      <a:pt x="3232" y="149"/>
                      <a:pt x="3201" y="149"/>
                    </a:cubicBezTo>
                    <a:cubicBezTo>
                      <a:pt x="3190" y="149"/>
                      <a:pt x="3178" y="150"/>
                      <a:pt x="3166" y="152"/>
                    </a:cubicBezTo>
                    <a:cubicBezTo>
                      <a:pt x="3164" y="153"/>
                      <a:pt x="3162" y="154"/>
                      <a:pt x="3160" y="154"/>
                    </a:cubicBezTo>
                    <a:cubicBezTo>
                      <a:pt x="3142" y="154"/>
                      <a:pt x="3162" y="94"/>
                      <a:pt x="3195" y="87"/>
                    </a:cubicBezTo>
                    <a:cubicBezTo>
                      <a:pt x="3231" y="80"/>
                      <a:pt x="3202" y="29"/>
                      <a:pt x="3159" y="29"/>
                    </a:cubicBezTo>
                    <a:cubicBezTo>
                      <a:pt x="3128" y="29"/>
                      <a:pt x="3055" y="13"/>
                      <a:pt x="3021" y="13"/>
                    </a:cubicBezTo>
                    <a:cubicBezTo>
                      <a:pt x="3015" y="13"/>
                      <a:pt x="3011" y="14"/>
                      <a:pt x="3008" y="15"/>
                    </a:cubicBezTo>
                    <a:cubicBezTo>
                      <a:pt x="3005" y="16"/>
                      <a:pt x="3001" y="16"/>
                      <a:pt x="2997" y="16"/>
                    </a:cubicBezTo>
                    <a:cubicBezTo>
                      <a:pt x="2974" y="16"/>
                      <a:pt x="2941" y="0"/>
                      <a:pt x="2928" y="0"/>
                    </a:cubicBezTo>
                    <a:close/>
                    <a:moveTo>
                      <a:pt x="3202" y="1760"/>
                    </a:moveTo>
                    <a:cubicBezTo>
                      <a:pt x="3196" y="1760"/>
                      <a:pt x="3170" y="1811"/>
                      <a:pt x="3155" y="1811"/>
                    </a:cubicBezTo>
                    <a:cubicBezTo>
                      <a:pt x="3154" y="1811"/>
                      <a:pt x="3153" y="1811"/>
                      <a:pt x="3152" y="1811"/>
                    </a:cubicBezTo>
                    <a:cubicBezTo>
                      <a:pt x="3151" y="1810"/>
                      <a:pt x="3150" y="1810"/>
                      <a:pt x="3150" y="1810"/>
                    </a:cubicBezTo>
                    <a:cubicBezTo>
                      <a:pt x="3137" y="1810"/>
                      <a:pt x="3130" y="1863"/>
                      <a:pt x="3130" y="1883"/>
                    </a:cubicBezTo>
                    <a:cubicBezTo>
                      <a:pt x="3135" y="1897"/>
                      <a:pt x="3157" y="1902"/>
                      <a:pt x="3178" y="1902"/>
                    </a:cubicBezTo>
                    <a:cubicBezTo>
                      <a:pt x="3190" y="1902"/>
                      <a:pt x="3202" y="1900"/>
                      <a:pt x="3210" y="1897"/>
                    </a:cubicBezTo>
                    <a:cubicBezTo>
                      <a:pt x="3231" y="1897"/>
                      <a:pt x="3246" y="1876"/>
                      <a:pt x="3246" y="1861"/>
                    </a:cubicBezTo>
                    <a:cubicBezTo>
                      <a:pt x="3246" y="1840"/>
                      <a:pt x="3217" y="1760"/>
                      <a:pt x="3202" y="1760"/>
                    </a:cubicBezTo>
                    <a:close/>
                    <a:moveTo>
                      <a:pt x="7826" y="2633"/>
                    </a:moveTo>
                    <a:cubicBezTo>
                      <a:pt x="7804" y="2647"/>
                      <a:pt x="7782" y="2662"/>
                      <a:pt x="7775" y="2669"/>
                    </a:cubicBezTo>
                    <a:cubicBezTo>
                      <a:pt x="7761" y="2676"/>
                      <a:pt x="7667" y="2734"/>
                      <a:pt x="7638" y="2756"/>
                    </a:cubicBezTo>
                    <a:lnTo>
                      <a:pt x="7638" y="2763"/>
                    </a:lnTo>
                    <a:cubicBezTo>
                      <a:pt x="7624" y="2777"/>
                      <a:pt x="7609" y="2799"/>
                      <a:pt x="7616" y="2821"/>
                    </a:cubicBezTo>
                    <a:lnTo>
                      <a:pt x="7609" y="2821"/>
                    </a:lnTo>
                    <a:cubicBezTo>
                      <a:pt x="7595" y="2821"/>
                      <a:pt x="7595" y="2885"/>
                      <a:pt x="7609" y="2893"/>
                    </a:cubicBezTo>
                    <a:cubicBezTo>
                      <a:pt x="7611" y="2894"/>
                      <a:pt x="7612" y="2895"/>
                      <a:pt x="7614" y="2895"/>
                    </a:cubicBezTo>
                    <a:cubicBezTo>
                      <a:pt x="7632" y="2895"/>
                      <a:pt x="7668" y="2841"/>
                      <a:pt x="7681" y="2835"/>
                    </a:cubicBezTo>
                    <a:cubicBezTo>
                      <a:pt x="7703" y="2821"/>
                      <a:pt x="7725" y="2813"/>
                      <a:pt x="7753" y="2813"/>
                    </a:cubicBezTo>
                    <a:cubicBezTo>
                      <a:pt x="7775" y="2813"/>
                      <a:pt x="7804" y="2806"/>
                      <a:pt x="7833" y="2792"/>
                    </a:cubicBezTo>
                    <a:cubicBezTo>
                      <a:pt x="7840" y="2784"/>
                      <a:pt x="7847" y="2777"/>
                      <a:pt x="7854" y="2763"/>
                    </a:cubicBezTo>
                    <a:cubicBezTo>
                      <a:pt x="7847" y="2720"/>
                      <a:pt x="7833" y="2676"/>
                      <a:pt x="7826" y="2633"/>
                    </a:cubicBezTo>
                    <a:close/>
                    <a:moveTo>
                      <a:pt x="1255" y="3160"/>
                    </a:moveTo>
                    <a:cubicBezTo>
                      <a:pt x="1248" y="3160"/>
                      <a:pt x="1241" y="3181"/>
                      <a:pt x="1241" y="3203"/>
                    </a:cubicBezTo>
                    <a:cubicBezTo>
                      <a:pt x="1242" y="3208"/>
                      <a:pt x="1246" y="3210"/>
                      <a:pt x="1250" y="3210"/>
                    </a:cubicBezTo>
                    <a:cubicBezTo>
                      <a:pt x="1265" y="3210"/>
                      <a:pt x="1291" y="3187"/>
                      <a:pt x="1291" y="3181"/>
                    </a:cubicBezTo>
                    <a:cubicBezTo>
                      <a:pt x="1291" y="3167"/>
                      <a:pt x="1262" y="3160"/>
                      <a:pt x="1255" y="3160"/>
                    </a:cubicBezTo>
                    <a:close/>
                    <a:moveTo>
                      <a:pt x="1169" y="3167"/>
                    </a:moveTo>
                    <a:cubicBezTo>
                      <a:pt x="1154" y="3167"/>
                      <a:pt x="1147" y="3188"/>
                      <a:pt x="1147" y="3196"/>
                    </a:cubicBezTo>
                    <a:cubicBezTo>
                      <a:pt x="1147" y="3210"/>
                      <a:pt x="1154" y="3217"/>
                      <a:pt x="1161" y="3217"/>
                    </a:cubicBezTo>
                    <a:cubicBezTo>
                      <a:pt x="1162" y="3218"/>
                      <a:pt x="1162" y="3218"/>
                      <a:pt x="1163" y="3218"/>
                    </a:cubicBezTo>
                    <a:cubicBezTo>
                      <a:pt x="1170" y="3218"/>
                      <a:pt x="1182" y="3173"/>
                      <a:pt x="1169" y="3167"/>
                    </a:cubicBezTo>
                    <a:close/>
                    <a:moveTo>
                      <a:pt x="7326" y="3164"/>
                    </a:moveTo>
                    <a:cubicBezTo>
                      <a:pt x="7324" y="3164"/>
                      <a:pt x="7322" y="3165"/>
                      <a:pt x="7321" y="3167"/>
                    </a:cubicBezTo>
                    <a:cubicBezTo>
                      <a:pt x="7306" y="3188"/>
                      <a:pt x="7314" y="3246"/>
                      <a:pt x="7321" y="3261"/>
                    </a:cubicBezTo>
                    <a:cubicBezTo>
                      <a:pt x="7324" y="3267"/>
                      <a:pt x="7329" y="3271"/>
                      <a:pt x="7334" y="3271"/>
                    </a:cubicBezTo>
                    <a:cubicBezTo>
                      <a:pt x="7341" y="3271"/>
                      <a:pt x="7349" y="3265"/>
                      <a:pt x="7357" y="3253"/>
                    </a:cubicBezTo>
                    <a:lnTo>
                      <a:pt x="7357" y="3261"/>
                    </a:lnTo>
                    <a:cubicBezTo>
                      <a:pt x="7370" y="3241"/>
                      <a:pt x="7342" y="3164"/>
                      <a:pt x="7326" y="3164"/>
                    </a:cubicBezTo>
                    <a:close/>
                    <a:moveTo>
                      <a:pt x="1337" y="3231"/>
                    </a:moveTo>
                    <a:cubicBezTo>
                      <a:pt x="1324" y="3231"/>
                      <a:pt x="1313" y="3255"/>
                      <a:pt x="1313" y="3268"/>
                    </a:cubicBezTo>
                    <a:cubicBezTo>
                      <a:pt x="1313" y="3282"/>
                      <a:pt x="1320" y="3289"/>
                      <a:pt x="1334" y="3289"/>
                    </a:cubicBezTo>
                    <a:cubicBezTo>
                      <a:pt x="1340" y="3289"/>
                      <a:pt x="1351" y="3314"/>
                      <a:pt x="1368" y="3314"/>
                    </a:cubicBezTo>
                    <a:cubicBezTo>
                      <a:pt x="1371" y="3314"/>
                      <a:pt x="1374" y="3313"/>
                      <a:pt x="1378" y="3311"/>
                    </a:cubicBezTo>
                    <a:lnTo>
                      <a:pt x="1385" y="3311"/>
                    </a:lnTo>
                    <a:cubicBezTo>
                      <a:pt x="1407" y="3304"/>
                      <a:pt x="1407" y="3275"/>
                      <a:pt x="1392" y="3275"/>
                    </a:cubicBezTo>
                    <a:cubicBezTo>
                      <a:pt x="1385" y="3275"/>
                      <a:pt x="1356" y="3239"/>
                      <a:pt x="1342" y="3232"/>
                    </a:cubicBezTo>
                    <a:cubicBezTo>
                      <a:pt x="1340" y="3231"/>
                      <a:pt x="1339" y="3231"/>
                      <a:pt x="1337" y="3231"/>
                    </a:cubicBezTo>
                    <a:close/>
                    <a:moveTo>
                      <a:pt x="1188" y="3443"/>
                    </a:moveTo>
                    <a:cubicBezTo>
                      <a:pt x="1164" y="3443"/>
                      <a:pt x="1125" y="3459"/>
                      <a:pt x="1125" y="3470"/>
                    </a:cubicBezTo>
                    <a:lnTo>
                      <a:pt x="1133" y="3470"/>
                    </a:lnTo>
                    <a:cubicBezTo>
                      <a:pt x="1133" y="3472"/>
                      <a:pt x="1139" y="3473"/>
                      <a:pt x="1148" y="3473"/>
                    </a:cubicBezTo>
                    <a:cubicBezTo>
                      <a:pt x="1166" y="3473"/>
                      <a:pt x="1195" y="3470"/>
                      <a:pt x="1205" y="3470"/>
                    </a:cubicBezTo>
                    <a:cubicBezTo>
                      <a:pt x="1219" y="3470"/>
                      <a:pt x="1219" y="3455"/>
                      <a:pt x="1205" y="3448"/>
                    </a:cubicBezTo>
                    <a:cubicBezTo>
                      <a:pt x="1201" y="3445"/>
                      <a:pt x="1195" y="3443"/>
                      <a:pt x="1188" y="3443"/>
                    </a:cubicBezTo>
                    <a:close/>
                    <a:moveTo>
                      <a:pt x="1088" y="3251"/>
                    </a:moveTo>
                    <a:cubicBezTo>
                      <a:pt x="1074" y="3251"/>
                      <a:pt x="1060" y="3251"/>
                      <a:pt x="1046" y="3253"/>
                    </a:cubicBezTo>
                    <a:cubicBezTo>
                      <a:pt x="1010" y="3253"/>
                      <a:pt x="981" y="3275"/>
                      <a:pt x="959" y="3304"/>
                    </a:cubicBezTo>
                    <a:cubicBezTo>
                      <a:pt x="955" y="3313"/>
                      <a:pt x="978" y="3319"/>
                      <a:pt x="1001" y="3319"/>
                    </a:cubicBezTo>
                    <a:cubicBezTo>
                      <a:pt x="1016" y="3319"/>
                      <a:pt x="1030" y="3317"/>
                      <a:pt x="1039" y="3311"/>
                    </a:cubicBezTo>
                    <a:cubicBezTo>
                      <a:pt x="1082" y="3311"/>
                      <a:pt x="1125" y="3318"/>
                      <a:pt x="1169" y="3347"/>
                    </a:cubicBezTo>
                    <a:cubicBezTo>
                      <a:pt x="1183" y="3369"/>
                      <a:pt x="1219" y="3376"/>
                      <a:pt x="1248" y="3376"/>
                    </a:cubicBezTo>
                    <a:cubicBezTo>
                      <a:pt x="1250" y="3375"/>
                      <a:pt x="1252" y="3375"/>
                      <a:pt x="1253" y="3375"/>
                    </a:cubicBezTo>
                    <a:cubicBezTo>
                      <a:pt x="1275" y="3375"/>
                      <a:pt x="1263" y="3420"/>
                      <a:pt x="1270" y="3434"/>
                    </a:cubicBezTo>
                    <a:cubicBezTo>
                      <a:pt x="1277" y="3448"/>
                      <a:pt x="1342" y="3462"/>
                      <a:pt x="1356" y="3470"/>
                    </a:cubicBezTo>
                    <a:cubicBezTo>
                      <a:pt x="1359" y="3472"/>
                      <a:pt x="1362" y="3473"/>
                      <a:pt x="1365" y="3473"/>
                    </a:cubicBezTo>
                    <a:cubicBezTo>
                      <a:pt x="1380" y="3473"/>
                      <a:pt x="1404" y="3454"/>
                      <a:pt x="1422" y="3454"/>
                    </a:cubicBezTo>
                    <a:cubicBezTo>
                      <a:pt x="1424" y="3454"/>
                      <a:pt x="1426" y="3455"/>
                      <a:pt x="1428" y="3455"/>
                    </a:cubicBezTo>
                    <a:cubicBezTo>
                      <a:pt x="1457" y="3455"/>
                      <a:pt x="1421" y="3361"/>
                      <a:pt x="1378" y="3361"/>
                    </a:cubicBezTo>
                    <a:cubicBezTo>
                      <a:pt x="1334" y="3361"/>
                      <a:pt x="1298" y="3325"/>
                      <a:pt x="1284" y="3318"/>
                    </a:cubicBezTo>
                    <a:cubicBezTo>
                      <a:pt x="1262" y="3304"/>
                      <a:pt x="1233" y="3289"/>
                      <a:pt x="1212" y="3275"/>
                    </a:cubicBezTo>
                    <a:cubicBezTo>
                      <a:pt x="1169" y="3259"/>
                      <a:pt x="1129" y="3251"/>
                      <a:pt x="1088" y="3251"/>
                    </a:cubicBezTo>
                    <a:close/>
                    <a:moveTo>
                      <a:pt x="1558" y="3426"/>
                    </a:moveTo>
                    <a:cubicBezTo>
                      <a:pt x="1544" y="3426"/>
                      <a:pt x="1500" y="3455"/>
                      <a:pt x="1500" y="3470"/>
                    </a:cubicBezTo>
                    <a:lnTo>
                      <a:pt x="1508" y="3470"/>
                    </a:lnTo>
                    <a:cubicBezTo>
                      <a:pt x="1508" y="3473"/>
                      <a:pt x="1517" y="3474"/>
                      <a:pt x="1530" y="3474"/>
                    </a:cubicBezTo>
                    <a:cubicBezTo>
                      <a:pt x="1547" y="3474"/>
                      <a:pt x="1568" y="3471"/>
                      <a:pt x="1572" y="3462"/>
                    </a:cubicBezTo>
                    <a:cubicBezTo>
                      <a:pt x="1580" y="3441"/>
                      <a:pt x="1580" y="3426"/>
                      <a:pt x="1558" y="3426"/>
                    </a:cubicBezTo>
                    <a:close/>
                    <a:moveTo>
                      <a:pt x="7411" y="3397"/>
                    </a:moveTo>
                    <a:cubicBezTo>
                      <a:pt x="7372" y="3397"/>
                      <a:pt x="7379" y="3506"/>
                      <a:pt x="7400" y="3520"/>
                    </a:cubicBezTo>
                    <a:cubicBezTo>
                      <a:pt x="7402" y="3522"/>
                      <a:pt x="7404" y="3523"/>
                      <a:pt x="7406" y="3523"/>
                    </a:cubicBezTo>
                    <a:cubicBezTo>
                      <a:pt x="7423" y="3523"/>
                      <a:pt x="7452" y="3481"/>
                      <a:pt x="7465" y="3455"/>
                    </a:cubicBezTo>
                    <a:lnTo>
                      <a:pt x="7465" y="3462"/>
                    </a:lnTo>
                    <a:cubicBezTo>
                      <a:pt x="7472" y="3434"/>
                      <a:pt x="7451" y="3412"/>
                      <a:pt x="7415" y="3398"/>
                    </a:cubicBezTo>
                    <a:cubicBezTo>
                      <a:pt x="7413" y="3397"/>
                      <a:pt x="7412" y="3397"/>
                      <a:pt x="7411" y="3397"/>
                    </a:cubicBezTo>
                    <a:close/>
                    <a:moveTo>
                      <a:pt x="7575" y="3591"/>
                    </a:moveTo>
                    <a:cubicBezTo>
                      <a:pt x="7560" y="3591"/>
                      <a:pt x="7537" y="3616"/>
                      <a:pt x="7537" y="3636"/>
                    </a:cubicBezTo>
                    <a:cubicBezTo>
                      <a:pt x="7537" y="3664"/>
                      <a:pt x="7487" y="3672"/>
                      <a:pt x="7472" y="3693"/>
                    </a:cubicBezTo>
                    <a:cubicBezTo>
                      <a:pt x="7465" y="3708"/>
                      <a:pt x="7465" y="3722"/>
                      <a:pt x="7472" y="3722"/>
                    </a:cubicBezTo>
                    <a:cubicBezTo>
                      <a:pt x="7487" y="3722"/>
                      <a:pt x="7537" y="3773"/>
                      <a:pt x="7544" y="3780"/>
                    </a:cubicBezTo>
                    <a:lnTo>
                      <a:pt x="7544" y="3787"/>
                    </a:lnTo>
                    <a:cubicBezTo>
                      <a:pt x="7545" y="3788"/>
                      <a:pt x="7546" y="3788"/>
                      <a:pt x="7547" y="3788"/>
                    </a:cubicBezTo>
                    <a:cubicBezTo>
                      <a:pt x="7559" y="3788"/>
                      <a:pt x="7597" y="3758"/>
                      <a:pt x="7624" y="3751"/>
                    </a:cubicBezTo>
                    <a:cubicBezTo>
                      <a:pt x="7653" y="3751"/>
                      <a:pt x="7674" y="3672"/>
                      <a:pt x="7653" y="3664"/>
                    </a:cubicBezTo>
                    <a:cubicBezTo>
                      <a:pt x="7631" y="3657"/>
                      <a:pt x="7602" y="3599"/>
                      <a:pt x="7580" y="3592"/>
                    </a:cubicBezTo>
                    <a:cubicBezTo>
                      <a:pt x="7579" y="3592"/>
                      <a:pt x="7577" y="3591"/>
                      <a:pt x="7575" y="3591"/>
                    </a:cubicBezTo>
                    <a:close/>
                    <a:moveTo>
                      <a:pt x="6089" y="3796"/>
                    </a:moveTo>
                    <a:cubicBezTo>
                      <a:pt x="6078" y="3796"/>
                      <a:pt x="6064" y="3806"/>
                      <a:pt x="6051" y="3823"/>
                    </a:cubicBezTo>
                    <a:lnTo>
                      <a:pt x="6051" y="3838"/>
                    </a:lnTo>
                    <a:cubicBezTo>
                      <a:pt x="6038" y="3863"/>
                      <a:pt x="6112" y="3912"/>
                      <a:pt x="6133" y="3912"/>
                    </a:cubicBezTo>
                    <a:cubicBezTo>
                      <a:pt x="6135" y="3912"/>
                      <a:pt x="6137" y="3911"/>
                      <a:pt x="6138" y="3910"/>
                    </a:cubicBezTo>
                    <a:cubicBezTo>
                      <a:pt x="6138" y="3874"/>
                      <a:pt x="6131" y="3838"/>
                      <a:pt x="6109" y="3809"/>
                    </a:cubicBezTo>
                    <a:cubicBezTo>
                      <a:pt x="6103" y="3800"/>
                      <a:pt x="6097" y="3796"/>
                      <a:pt x="6089" y="3796"/>
                    </a:cubicBezTo>
                    <a:close/>
                    <a:moveTo>
                      <a:pt x="6580" y="3970"/>
                    </a:moveTo>
                    <a:cubicBezTo>
                      <a:pt x="6579" y="3970"/>
                      <a:pt x="6581" y="3973"/>
                      <a:pt x="6585" y="3982"/>
                    </a:cubicBezTo>
                    <a:lnTo>
                      <a:pt x="6585" y="3975"/>
                    </a:lnTo>
                    <a:cubicBezTo>
                      <a:pt x="6582" y="3972"/>
                      <a:pt x="6580" y="3970"/>
                      <a:pt x="6580" y="3970"/>
                    </a:cubicBezTo>
                    <a:close/>
                    <a:moveTo>
                      <a:pt x="7745" y="4112"/>
                    </a:moveTo>
                    <a:cubicBezTo>
                      <a:pt x="7702" y="4112"/>
                      <a:pt x="7662" y="4132"/>
                      <a:pt x="7667" y="4176"/>
                    </a:cubicBezTo>
                    <a:lnTo>
                      <a:pt x="7667" y="4184"/>
                    </a:lnTo>
                    <a:cubicBezTo>
                      <a:pt x="7681" y="4193"/>
                      <a:pt x="7701" y="4198"/>
                      <a:pt x="7722" y="4198"/>
                    </a:cubicBezTo>
                    <a:cubicBezTo>
                      <a:pt x="7766" y="4198"/>
                      <a:pt x="7814" y="4177"/>
                      <a:pt x="7818" y="4133"/>
                    </a:cubicBezTo>
                    <a:cubicBezTo>
                      <a:pt x="7799" y="4119"/>
                      <a:pt x="7772" y="4112"/>
                      <a:pt x="7745" y="4112"/>
                    </a:cubicBezTo>
                    <a:close/>
                    <a:moveTo>
                      <a:pt x="7883" y="4198"/>
                    </a:moveTo>
                    <a:lnTo>
                      <a:pt x="7847" y="4220"/>
                    </a:lnTo>
                    <a:cubicBezTo>
                      <a:pt x="7839" y="4224"/>
                      <a:pt x="7816" y="4228"/>
                      <a:pt x="7797" y="4228"/>
                    </a:cubicBezTo>
                    <a:cubicBezTo>
                      <a:pt x="7783" y="4228"/>
                      <a:pt x="7771" y="4226"/>
                      <a:pt x="7768" y="4220"/>
                    </a:cubicBezTo>
                    <a:cubicBezTo>
                      <a:pt x="7767" y="4218"/>
                      <a:pt x="7766" y="4217"/>
                      <a:pt x="7764" y="4217"/>
                    </a:cubicBezTo>
                    <a:cubicBezTo>
                      <a:pt x="7757" y="4217"/>
                      <a:pt x="7744" y="4249"/>
                      <a:pt x="7732" y="4249"/>
                    </a:cubicBezTo>
                    <a:cubicBezTo>
                      <a:pt x="7725" y="4255"/>
                      <a:pt x="7730" y="4279"/>
                      <a:pt x="7742" y="4279"/>
                    </a:cubicBezTo>
                    <a:cubicBezTo>
                      <a:pt x="7743" y="4279"/>
                      <a:pt x="7745" y="4278"/>
                      <a:pt x="7746" y="4277"/>
                    </a:cubicBezTo>
                    <a:cubicBezTo>
                      <a:pt x="7749" y="4277"/>
                      <a:pt x="7751" y="4276"/>
                      <a:pt x="7754" y="4276"/>
                    </a:cubicBezTo>
                    <a:cubicBezTo>
                      <a:pt x="7778" y="4276"/>
                      <a:pt x="7823" y="4302"/>
                      <a:pt x="7862" y="4328"/>
                    </a:cubicBezTo>
                    <a:cubicBezTo>
                      <a:pt x="7869" y="4285"/>
                      <a:pt x="7876" y="4241"/>
                      <a:pt x="7883" y="4198"/>
                    </a:cubicBezTo>
                    <a:close/>
                    <a:moveTo>
                      <a:pt x="7454" y="4111"/>
                    </a:moveTo>
                    <a:cubicBezTo>
                      <a:pt x="7417" y="4111"/>
                      <a:pt x="7343" y="4214"/>
                      <a:pt x="7357" y="4270"/>
                    </a:cubicBezTo>
                    <a:cubicBezTo>
                      <a:pt x="7366" y="4311"/>
                      <a:pt x="7378" y="4323"/>
                      <a:pt x="7387" y="4323"/>
                    </a:cubicBezTo>
                    <a:cubicBezTo>
                      <a:pt x="7393" y="4323"/>
                      <a:pt x="7397" y="4319"/>
                      <a:pt x="7400" y="4314"/>
                    </a:cubicBezTo>
                    <a:cubicBezTo>
                      <a:pt x="7401" y="4312"/>
                      <a:pt x="7403" y="4312"/>
                      <a:pt x="7406" y="4312"/>
                    </a:cubicBezTo>
                    <a:cubicBezTo>
                      <a:pt x="7421" y="4312"/>
                      <a:pt x="7460" y="4328"/>
                      <a:pt x="7472" y="4328"/>
                    </a:cubicBezTo>
                    <a:cubicBezTo>
                      <a:pt x="7475" y="4329"/>
                      <a:pt x="7477" y="4330"/>
                      <a:pt x="7479" y="4330"/>
                    </a:cubicBezTo>
                    <a:cubicBezTo>
                      <a:pt x="7486" y="4330"/>
                      <a:pt x="7484" y="4317"/>
                      <a:pt x="7472" y="4299"/>
                    </a:cubicBezTo>
                    <a:cubicBezTo>
                      <a:pt x="7458" y="4263"/>
                      <a:pt x="7465" y="4227"/>
                      <a:pt x="7487" y="4198"/>
                    </a:cubicBezTo>
                    <a:cubicBezTo>
                      <a:pt x="7501" y="4198"/>
                      <a:pt x="7487" y="4119"/>
                      <a:pt x="7458" y="4112"/>
                    </a:cubicBezTo>
                    <a:cubicBezTo>
                      <a:pt x="7457" y="4111"/>
                      <a:pt x="7455" y="4111"/>
                      <a:pt x="7454" y="4111"/>
                    </a:cubicBezTo>
                    <a:close/>
                    <a:moveTo>
                      <a:pt x="7262" y="3924"/>
                    </a:moveTo>
                    <a:cubicBezTo>
                      <a:pt x="7238" y="3924"/>
                      <a:pt x="7161" y="4091"/>
                      <a:pt x="7104" y="4119"/>
                    </a:cubicBezTo>
                    <a:cubicBezTo>
                      <a:pt x="7054" y="4155"/>
                      <a:pt x="7025" y="4220"/>
                      <a:pt x="7039" y="4285"/>
                    </a:cubicBezTo>
                    <a:cubicBezTo>
                      <a:pt x="7054" y="4306"/>
                      <a:pt x="7176" y="4321"/>
                      <a:pt x="7198" y="4335"/>
                    </a:cubicBezTo>
                    <a:cubicBezTo>
                      <a:pt x="7205" y="4342"/>
                      <a:pt x="7212" y="4345"/>
                      <a:pt x="7218" y="4345"/>
                    </a:cubicBezTo>
                    <a:cubicBezTo>
                      <a:pt x="7233" y="4345"/>
                      <a:pt x="7246" y="4333"/>
                      <a:pt x="7256" y="4328"/>
                    </a:cubicBezTo>
                    <a:cubicBezTo>
                      <a:pt x="7263" y="4328"/>
                      <a:pt x="7263" y="4321"/>
                      <a:pt x="7256" y="4314"/>
                    </a:cubicBezTo>
                    <a:cubicBezTo>
                      <a:pt x="7256" y="4314"/>
                      <a:pt x="7299" y="4263"/>
                      <a:pt x="7306" y="4234"/>
                    </a:cubicBezTo>
                    <a:cubicBezTo>
                      <a:pt x="7314" y="4198"/>
                      <a:pt x="7321" y="4155"/>
                      <a:pt x="7321" y="4126"/>
                    </a:cubicBezTo>
                    <a:cubicBezTo>
                      <a:pt x="7321" y="4097"/>
                      <a:pt x="7335" y="4018"/>
                      <a:pt x="7335" y="3996"/>
                    </a:cubicBezTo>
                    <a:cubicBezTo>
                      <a:pt x="7342" y="3982"/>
                      <a:pt x="7292" y="3931"/>
                      <a:pt x="7263" y="3924"/>
                    </a:cubicBezTo>
                    <a:cubicBezTo>
                      <a:pt x="7263" y="3924"/>
                      <a:pt x="7262" y="3924"/>
                      <a:pt x="7262" y="3924"/>
                    </a:cubicBezTo>
                    <a:close/>
                    <a:moveTo>
                      <a:pt x="6627" y="3964"/>
                    </a:moveTo>
                    <a:cubicBezTo>
                      <a:pt x="6623" y="3964"/>
                      <a:pt x="6608" y="3990"/>
                      <a:pt x="6596" y="3990"/>
                    </a:cubicBezTo>
                    <a:cubicBezTo>
                      <a:pt x="6595" y="3990"/>
                      <a:pt x="6593" y="3990"/>
                      <a:pt x="6592" y="3989"/>
                    </a:cubicBezTo>
                    <a:lnTo>
                      <a:pt x="6592" y="3989"/>
                    </a:lnTo>
                    <a:lnTo>
                      <a:pt x="6650" y="4032"/>
                    </a:lnTo>
                    <a:cubicBezTo>
                      <a:pt x="6708" y="4068"/>
                      <a:pt x="6809" y="4328"/>
                      <a:pt x="6830" y="4342"/>
                    </a:cubicBezTo>
                    <a:cubicBezTo>
                      <a:pt x="6833" y="4345"/>
                      <a:pt x="6835" y="4346"/>
                      <a:pt x="6838" y="4346"/>
                    </a:cubicBezTo>
                    <a:cubicBezTo>
                      <a:pt x="6859" y="4346"/>
                      <a:pt x="6886" y="4274"/>
                      <a:pt x="6874" y="4241"/>
                    </a:cubicBezTo>
                    <a:lnTo>
                      <a:pt x="6874" y="4241"/>
                    </a:lnTo>
                    <a:lnTo>
                      <a:pt x="6874" y="4256"/>
                    </a:lnTo>
                    <a:cubicBezTo>
                      <a:pt x="6845" y="4198"/>
                      <a:pt x="6801" y="4148"/>
                      <a:pt x="6751" y="4112"/>
                    </a:cubicBezTo>
                    <a:lnTo>
                      <a:pt x="6737" y="4083"/>
                    </a:lnTo>
                    <a:lnTo>
                      <a:pt x="6715" y="4047"/>
                    </a:lnTo>
                    <a:cubicBezTo>
                      <a:pt x="6693" y="4003"/>
                      <a:pt x="6636" y="3975"/>
                      <a:pt x="6628" y="3967"/>
                    </a:cubicBezTo>
                    <a:cubicBezTo>
                      <a:pt x="6628" y="3965"/>
                      <a:pt x="6628" y="3964"/>
                      <a:pt x="6627" y="3964"/>
                    </a:cubicBezTo>
                    <a:close/>
                    <a:moveTo>
                      <a:pt x="6966" y="4409"/>
                    </a:moveTo>
                    <a:cubicBezTo>
                      <a:pt x="6938" y="4409"/>
                      <a:pt x="6911" y="4422"/>
                      <a:pt x="6895" y="4443"/>
                    </a:cubicBezTo>
                    <a:cubicBezTo>
                      <a:pt x="6895" y="4458"/>
                      <a:pt x="7068" y="4487"/>
                      <a:pt x="7126" y="4508"/>
                    </a:cubicBezTo>
                    <a:cubicBezTo>
                      <a:pt x="7162" y="4517"/>
                      <a:pt x="7189" y="4523"/>
                      <a:pt x="7203" y="4523"/>
                    </a:cubicBezTo>
                    <a:cubicBezTo>
                      <a:pt x="7212" y="4523"/>
                      <a:pt x="7215" y="4521"/>
                      <a:pt x="7213" y="4515"/>
                    </a:cubicBezTo>
                    <a:cubicBezTo>
                      <a:pt x="7198" y="4508"/>
                      <a:pt x="7039" y="4429"/>
                      <a:pt x="6996" y="4414"/>
                    </a:cubicBezTo>
                    <a:cubicBezTo>
                      <a:pt x="6987" y="4411"/>
                      <a:pt x="6976" y="4409"/>
                      <a:pt x="6966" y="4409"/>
                    </a:cubicBezTo>
                    <a:close/>
                    <a:moveTo>
                      <a:pt x="5022" y="4679"/>
                    </a:moveTo>
                    <a:cubicBezTo>
                      <a:pt x="5012" y="4679"/>
                      <a:pt x="4989" y="4710"/>
                      <a:pt x="4984" y="4732"/>
                    </a:cubicBezTo>
                    <a:cubicBezTo>
                      <a:pt x="4977" y="4761"/>
                      <a:pt x="4890" y="4818"/>
                      <a:pt x="4876" y="4840"/>
                    </a:cubicBezTo>
                    <a:cubicBezTo>
                      <a:pt x="4854" y="4883"/>
                      <a:pt x="4847" y="4919"/>
                      <a:pt x="4847" y="4963"/>
                    </a:cubicBezTo>
                    <a:cubicBezTo>
                      <a:pt x="4847" y="4999"/>
                      <a:pt x="4840" y="5028"/>
                      <a:pt x="4832" y="5056"/>
                    </a:cubicBezTo>
                    <a:cubicBezTo>
                      <a:pt x="4832" y="5107"/>
                      <a:pt x="4840" y="5157"/>
                      <a:pt x="4854" y="5208"/>
                    </a:cubicBezTo>
                    <a:cubicBezTo>
                      <a:pt x="4854" y="5237"/>
                      <a:pt x="4919" y="5258"/>
                      <a:pt x="4933" y="5258"/>
                    </a:cubicBezTo>
                    <a:cubicBezTo>
                      <a:pt x="4970" y="5222"/>
                      <a:pt x="4998" y="5179"/>
                      <a:pt x="5013" y="5129"/>
                    </a:cubicBezTo>
                    <a:cubicBezTo>
                      <a:pt x="5020" y="5100"/>
                      <a:pt x="5020" y="5064"/>
                      <a:pt x="5027" y="5035"/>
                    </a:cubicBezTo>
                    <a:cubicBezTo>
                      <a:pt x="5027" y="5013"/>
                      <a:pt x="5027" y="4999"/>
                      <a:pt x="5042" y="4984"/>
                    </a:cubicBezTo>
                    <a:cubicBezTo>
                      <a:pt x="5056" y="4963"/>
                      <a:pt x="5063" y="4941"/>
                      <a:pt x="5063" y="4912"/>
                    </a:cubicBezTo>
                    <a:cubicBezTo>
                      <a:pt x="5056" y="4840"/>
                      <a:pt x="5042" y="4761"/>
                      <a:pt x="5027" y="4689"/>
                    </a:cubicBezTo>
                    <a:cubicBezTo>
                      <a:pt x="5027" y="4682"/>
                      <a:pt x="5025" y="4679"/>
                      <a:pt x="5022" y="4679"/>
                    </a:cubicBezTo>
                    <a:close/>
                    <a:moveTo>
                      <a:pt x="6304" y="475"/>
                    </a:moveTo>
                    <a:cubicBezTo>
                      <a:pt x="6286" y="475"/>
                      <a:pt x="6252" y="494"/>
                      <a:pt x="6246" y="513"/>
                    </a:cubicBezTo>
                    <a:cubicBezTo>
                      <a:pt x="6246" y="541"/>
                      <a:pt x="6167" y="556"/>
                      <a:pt x="6160" y="570"/>
                    </a:cubicBezTo>
                    <a:cubicBezTo>
                      <a:pt x="6152" y="582"/>
                      <a:pt x="6141" y="588"/>
                      <a:pt x="6130" y="588"/>
                    </a:cubicBezTo>
                    <a:cubicBezTo>
                      <a:pt x="6121" y="588"/>
                      <a:pt x="6112" y="584"/>
                      <a:pt x="6102" y="577"/>
                    </a:cubicBezTo>
                    <a:cubicBezTo>
                      <a:pt x="6101" y="577"/>
                      <a:pt x="6100" y="577"/>
                      <a:pt x="6098" y="577"/>
                    </a:cubicBezTo>
                    <a:cubicBezTo>
                      <a:pt x="6082" y="577"/>
                      <a:pt x="6019" y="607"/>
                      <a:pt x="5986" y="614"/>
                    </a:cubicBezTo>
                    <a:cubicBezTo>
                      <a:pt x="5943" y="621"/>
                      <a:pt x="5907" y="635"/>
                      <a:pt x="5871" y="650"/>
                    </a:cubicBezTo>
                    <a:cubicBezTo>
                      <a:pt x="5842" y="671"/>
                      <a:pt x="5821" y="686"/>
                      <a:pt x="5806" y="715"/>
                    </a:cubicBezTo>
                    <a:cubicBezTo>
                      <a:pt x="5792" y="736"/>
                      <a:pt x="5763" y="751"/>
                      <a:pt x="5741" y="758"/>
                    </a:cubicBezTo>
                    <a:cubicBezTo>
                      <a:pt x="5727" y="765"/>
                      <a:pt x="5727" y="830"/>
                      <a:pt x="5748" y="844"/>
                    </a:cubicBezTo>
                    <a:cubicBezTo>
                      <a:pt x="5752" y="846"/>
                      <a:pt x="5754" y="846"/>
                      <a:pt x="5753" y="846"/>
                    </a:cubicBezTo>
                    <a:cubicBezTo>
                      <a:pt x="5750" y="846"/>
                      <a:pt x="5708" y="834"/>
                      <a:pt x="5691" y="823"/>
                    </a:cubicBezTo>
                    <a:cubicBezTo>
                      <a:pt x="5687" y="821"/>
                      <a:pt x="5683" y="820"/>
                      <a:pt x="5679" y="820"/>
                    </a:cubicBezTo>
                    <a:cubicBezTo>
                      <a:pt x="5656" y="820"/>
                      <a:pt x="5639" y="854"/>
                      <a:pt x="5633" y="866"/>
                    </a:cubicBezTo>
                    <a:cubicBezTo>
                      <a:pt x="5631" y="869"/>
                      <a:pt x="5629" y="871"/>
                      <a:pt x="5626" y="871"/>
                    </a:cubicBezTo>
                    <a:cubicBezTo>
                      <a:pt x="5615" y="871"/>
                      <a:pt x="5599" y="854"/>
                      <a:pt x="5604" y="837"/>
                    </a:cubicBezTo>
                    <a:cubicBezTo>
                      <a:pt x="5604" y="822"/>
                      <a:pt x="5570" y="810"/>
                      <a:pt x="5549" y="810"/>
                    </a:cubicBezTo>
                    <a:cubicBezTo>
                      <a:pt x="5541" y="810"/>
                      <a:pt x="5534" y="811"/>
                      <a:pt x="5532" y="815"/>
                    </a:cubicBezTo>
                    <a:cubicBezTo>
                      <a:pt x="5530" y="819"/>
                      <a:pt x="5527" y="820"/>
                      <a:pt x="5522" y="820"/>
                    </a:cubicBezTo>
                    <a:cubicBezTo>
                      <a:pt x="5506" y="820"/>
                      <a:pt x="5478" y="807"/>
                      <a:pt x="5467" y="801"/>
                    </a:cubicBezTo>
                    <a:cubicBezTo>
                      <a:pt x="5467" y="801"/>
                      <a:pt x="5466" y="801"/>
                      <a:pt x="5465" y="801"/>
                    </a:cubicBezTo>
                    <a:cubicBezTo>
                      <a:pt x="5446" y="801"/>
                      <a:pt x="5372" y="874"/>
                      <a:pt x="5345" y="895"/>
                    </a:cubicBezTo>
                    <a:cubicBezTo>
                      <a:pt x="5296" y="925"/>
                      <a:pt x="5243" y="940"/>
                      <a:pt x="5194" y="940"/>
                    </a:cubicBezTo>
                    <a:cubicBezTo>
                      <a:pt x="5184" y="940"/>
                      <a:pt x="5174" y="939"/>
                      <a:pt x="5164" y="938"/>
                    </a:cubicBezTo>
                    <a:cubicBezTo>
                      <a:pt x="5162" y="937"/>
                      <a:pt x="5159" y="936"/>
                      <a:pt x="5157" y="936"/>
                    </a:cubicBezTo>
                    <a:cubicBezTo>
                      <a:pt x="5132" y="936"/>
                      <a:pt x="5116" y="996"/>
                      <a:pt x="5135" y="1003"/>
                    </a:cubicBezTo>
                    <a:lnTo>
                      <a:pt x="5042" y="1003"/>
                    </a:lnTo>
                    <a:cubicBezTo>
                      <a:pt x="4977" y="1017"/>
                      <a:pt x="4912" y="1039"/>
                      <a:pt x="4854" y="1075"/>
                    </a:cubicBezTo>
                    <a:cubicBezTo>
                      <a:pt x="4847" y="1080"/>
                      <a:pt x="4839" y="1082"/>
                      <a:pt x="4831" y="1082"/>
                    </a:cubicBezTo>
                    <a:cubicBezTo>
                      <a:pt x="4816" y="1082"/>
                      <a:pt x="4804" y="1073"/>
                      <a:pt x="4804" y="1054"/>
                    </a:cubicBezTo>
                    <a:cubicBezTo>
                      <a:pt x="4804" y="1039"/>
                      <a:pt x="4753" y="1025"/>
                      <a:pt x="4739" y="1017"/>
                    </a:cubicBezTo>
                    <a:cubicBezTo>
                      <a:pt x="4738" y="1017"/>
                      <a:pt x="4738" y="1017"/>
                      <a:pt x="4738" y="1017"/>
                    </a:cubicBezTo>
                    <a:cubicBezTo>
                      <a:pt x="4729" y="1017"/>
                      <a:pt x="4702" y="1105"/>
                      <a:pt x="4681" y="1126"/>
                    </a:cubicBezTo>
                    <a:cubicBezTo>
                      <a:pt x="4679" y="1127"/>
                      <a:pt x="4677" y="1127"/>
                      <a:pt x="4674" y="1127"/>
                    </a:cubicBezTo>
                    <a:cubicBezTo>
                      <a:pt x="4648" y="1127"/>
                      <a:pt x="4619" y="1052"/>
                      <a:pt x="4573" y="1032"/>
                    </a:cubicBezTo>
                    <a:cubicBezTo>
                      <a:pt x="4515" y="1017"/>
                      <a:pt x="4429" y="967"/>
                      <a:pt x="4400" y="960"/>
                    </a:cubicBezTo>
                    <a:cubicBezTo>
                      <a:pt x="4364" y="938"/>
                      <a:pt x="4335" y="916"/>
                      <a:pt x="4313" y="888"/>
                    </a:cubicBezTo>
                    <a:cubicBezTo>
                      <a:pt x="4277" y="866"/>
                      <a:pt x="4241" y="859"/>
                      <a:pt x="4205" y="859"/>
                    </a:cubicBezTo>
                    <a:cubicBezTo>
                      <a:pt x="4162" y="873"/>
                      <a:pt x="4118" y="888"/>
                      <a:pt x="4082" y="916"/>
                    </a:cubicBezTo>
                    <a:cubicBezTo>
                      <a:pt x="4068" y="931"/>
                      <a:pt x="4032" y="931"/>
                      <a:pt x="4025" y="938"/>
                    </a:cubicBezTo>
                    <a:cubicBezTo>
                      <a:pt x="4017" y="945"/>
                      <a:pt x="3931" y="1025"/>
                      <a:pt x="3902" y="1054"/>
                    </a:cubicBezTo>
                    <a:cubicBezTo>
                      <a:pt x="3859" y="1104"/>
                      <a:pt x="3823" y="1154"/>
                      <a:pt x="3794" y="1212"/>
                    </a:cubicBezTo>
                    <a:cubicBezTo>
                      <a:pt x="3779" y="1234"/>
                      <a:pt x="3758" y="1241"/>
                      <a:pt x="3736" y="1248"/>
                    </a:cubicBezTo>
                    <a:cubicBezTo>
                      <a:pt x="3722" y="1248"/>
                      <a:pt x="3715" y="1277"/>
                      <a:pt x="3715" y="1284"/>
                    </a:cubicBezTo>
                    <a:cubicBezTo>
                      <a:pt x="3715" y="1299"/>
                      <a:pt x="3621" y="1349"/>
                      <a:pt x="3606" y="1392"/>
                    </a:cubicBezTo>
                    <a:cubicBezTo>
                      <a:pt x="3606" y="1450"/>
                      <a:pt x="3606" y="1515"/>
                      <a:pt x="3621" y="1573"/>
                    </a:cubicBezTo>
                    <a:cubicBezTo>
                      <a:pt x="3621" y="1609"/>
                      <a:pt x="3657" y="1681"/>
                      <a:pt x="3678" y="1681"/>
                    </a:cubicBezTo>
                    <a:cubicBezTo>
                      <a:pt x="3707" y="1681"/>
                      <a:pt x="3693" y="1739"/>
                      <a:pt x="3686" y="1753"/>
                    </a:cubicBezTo>
                    <a:cubicBezTo>
                      <a:pt x="3678" y="1775"/>
                      <a:pt x="3707" y="1789"/>
                      <a:pt x="3700" y="1804"/>
                    </a:cubicBezTo>
                    <a:cubicBezTo>
                      <a:pt x="3700" y="1818"/>
                      <a:pt x="3635" y="1840"/>
                      <a:pt x="3614" y="1847"/>
                    </a:cubicBezTo>
                    <a:cubicBezTo>
                      <a:pt x="3585" y="1861"/>
                      <a:pt x="3563" y="1890"/>
                      <a:pt x="3556" y="1919"/>
                    </a:cubicBezTo>
                    <a:cubicBezTo>
                      <a:pt x="3556" y="1933"/>
                      <a:pt x="3484" y="1941"/>
                      <a:pt x="3462" y="1962"/>
                    </a:cubicBezTo>
                    <a:cubicBezTo>
                      <a:pt x="3469" y="1948"/>
                      <a:pt x="3477" y="1926"/>
                      <a:pt x="3484" y="1919"/>
                    </a:cubicBezTo>
                    <a:cubicBezTo>
                      <a:pt x="3491" y="1890"/>
                      <a:pt x="3484" y="1869"/>
                      <a:pt x="3469" y="1847"/>
                    </a:cubicBezTo>
                    <a:cubicBezTo>
                      <a:pt x="3455" y="1840"/>
                      <a:pt x="3455" y="1724"/>
                      <a:pt x="3440" y="1695"/>
                    </a:cubicBezTo>
                    <a:cubicBezTo>
                      <a:pt x="3419" y="1667"/>
                      <a:pt x="3397" y="1645"/>
                      <a:pt x="3368" y="1623"/>
                    </a:cubicBezTo>
                    <a:cubicBezTo>
                      <a:pt x="3361" y="1616"/>
                      <a:pt x="3376" y="1580"/>
                      <a:pt x="3383" y="1573"/>
                    </a:cubicBezTo>
                    <a:cubicBezTo>
                      <a:pt x="3388" y="1562"/>
                      <a:pt x="3355" y="1556"/>
                      <a:pt x="3331" y="1556"/>
                    </a:cubicBezTo>
                    <a:cubicBezTo>
                      <a:pt x="3322" y="1556"/>
                      <a:pt x="3315" y="1556"/>
                      <a:pt x="3311" y="1558"/>
                    </a:cubicBezTo>
                    <a:cubicBezTo>
                      <a:pt x="3296" y="1566"/>
                      <a:pt x="3289" y="1681"/>
                      <a:pt x="3282" y="1717"/>
                    </a:cubicBezTo>
                    <a:cubicBezTo>
                      <a:pt x="3282" y="1746"/>
                      <a:pt x="3296" y="1775"/>
                      <a:pt x="3318" y="1796"/>
                    </a:cubicBezTo>
                    <a:cubicBezTo>
                      <a:pt x="3332" y="1796"/>
                      <a:pt x="3325" y="1854"/>
                      <a:pt x="3303" y="1854"/>
                    </a:cubicBezTo>
                    <a:cubicBezTo>
                      <a:pt x="3282" y="1861"/>
                      <a:pt x="3267" y="1941"/>
                      <a:pt x="3275" y="1962"/>
                    </a:cubicBezTo>
                    <a:cubicBezTo>
                      <a:pt x="3289" y="1977"/>
                      <a:pt x="3260" y="2020"/>
                      <a:pt x="3246" y="2027"/>
                    </a:cubicBezTo>
                    <a:cubicBezTo>
                      <a:pt x="3243" y="2030"/>
                      <a:pt x="3252" y="2030"/>
                      <a:pt x="3266" y="2030"/>
                    </a:cubicBezTo>
                    <a:cubicBezTo>
                      <a:pt x="3295" y="2030"/>
                      <a:pt x="3344" y="2027"/>
                      <a:pt x="3368" y="2027"/>
                    </a:cubicBezTo>
                    <a:cubicBezTo>
                      <a:pt x="3412" y="2027"/>
                      <a:pt x="3448" y="2042"/>
                      <a:pt x="3440" y="2049"/>
                    </a:cubicBezTo>
                    <a:cubicBezTo>
                      <a:pt x="3440" y="2049"/>
                      <a:pt x="3361" y="2063"/>
                      <a:pt x="3347" y="2078"/>
                    </a:cubicBezTo>
                    <a:cubicBezTo>
                      <a:pt x="3332" y="2099"/>
                      <a:pt x="3282" y="2135"/>
                      <a:pt x="3275" y="2150"/>
                    </a:cubicBezTo>
                    <a:cubicBezTo>
                      <a:pt x="3260" y="2164"/>
                      <a:pt x="3289" y="2193"/>
                      <a:pt x="3311" y="2193"/>
                    </a:cubicBezTo>
                    <a:cubicBezTo>
                      <a:pt x="3312" y="2193"/>
                      <a:pt x="3313" y="2193"/>
                      <a:pt x="3314" y="2193"/>
                    </a:cubicBezTo>
                    <a:cubicBezTo>
                      <a:pt x="3335" y="2193"/>
                      <a:pt x="3362" y="2266"/>
                      <a:pt x="3376" y="2280"/>
                    </a:cubicBezTo>
                    <a:cubicBezTo>
                      <a:pt x="3397" y="2294"/>
                      <a:pt x="3383" y="2337"/>
                      <a:pt x="3376" y="2345"/>
                    </a:cubicBezTo>
                    <a:cubicBezTo>
                      <a:pt x="3374" y="2348"/>
                      <a:pt x="3365" y="2350"/>
                      <a:pt x="3353" y="2350"/>
                    </a:cubicBezTo>
                    <a:cubicBezTo>
                      <a:pt x="3326" y="2350"/>
                      <a:pt x="3281" y="2343"/>
                      <a:pt x="3247" y="2343"/>
                    </a:cubicBezTo>
                    <a:cubicBezTo>
                      <a:pt x="3238" y="2343"/>
                      <a:pt x="3231" y="2343"/>
                      <a:pt x="3224" y="2345"/>
                    </a:cubicBezTo>
                    <a:cubicBezTo>
                      <a:pt x="3188" y="2352"/>
                      <a:pt x="3138" y="2438"/>
                      <a:pt x="3138" y="2467"/>
                    </a:cubicBezTo>
                    <a:cubicBezTo>
                      <a:pt x="3138" y="2518"/>
                      <a:pt x="3138" y="2568"/>
                      <a:pt x="3145" y="2619"/>
                    </a:cubicBezTo>
                    <a:cubicBezTo>
                      <a:pt x="3152" y="2640"/>
                      <a:pt x="3239" y="2655"/>
                      <a:pt x="3253" y="2669"/>
                    </a:cubicBezTo>
                    <a:cubicBezTo>
                      <a:pt x="3258" y="2674"/>
                      <a:pt x="3272" y="2676"/>
                      <a:pt x="3289" y="2676"/>
                    </a:cubicBezTo>
                    <a:cubicBezTo>
                      <a:pt x="3307" y="2676"/>
                      <a:pt x="3328" y="2674"/>
                      <a:pt x="3343" y="2674"/>
                    </a:cubicBezTo>
                    <a:cubicBezTo>
                      <a:pt x="3351" y="2674"/>
                      <a:pt x="3358" y="2675"/>
                      <a:pt x="3361" y="2676"/>
                    </a:cubicBezTo>
                    <a:cubicBezTo>
                      <a:pt x="3362" y="2677"/>
                      <a:pt x="3362" y="2677"/>
                      <a:pt x="3363" y="2677"/>
                    </a:cubicBezTo>
                    <a:cubicBezTo>
                      <a:pt x="3380" y="2677"/>
                      <a:pt x="3434" y="2596"/>
                      <a:pt x="3440" y="2561"/>
                    </a:cubicBezTo>
                    <a:cubicBezTo>
                      <a:pt x="3455" y="2518"/>
                      <a:pt x="3534" y="2446"/>
                      <a:pt x="3556" y="2417"/>
                    </a:cubicBezTo>
                    <a:cubicBezTo>
                      <a:pt x="3570" y="2388"/>
                      <a:pt x="3664" y="2388"/>
                      <a:pt x="3686" y="2373"/>
                    </a:cubicBezTo>
                    <a:cubicBezTo>
                      <a:pt x="3687" y="2372"/>
                      <a:pt x="3689" y="2372"/>
                      <a:pt x="3690" y="2372"/>
                    </a:cubicBezTo>
                    <a:cubicBezTo>
                      <a:pt x="3705" y="2372"/>
                      <a:pt x="3694" y="2449"/>
                      <a:pt x="3707" y="2489"/>
                    </a:cubicBezTo>
                    <a:cubicBezTo>
                      <a:pt x="3711" y="2510"/>
                      <a:pt x="3734" y="2521"/>
                      <a:pt x="3755" y="2521"/>
                    </a:cubicBezTo>
                    <a:cubicBezTo>
                      <a:pt x="3776" y="2521"/>
                      <a:pt x="3794" y="2510"/>
                      <a:pt x="3787" y="2489"/>
                    </a:cubicBezTo>
                    <a:cubicBezTo>
                      <a:pt x="3781" y="2456"/>
                      <a:pt x="3792" y="2440"/>
                      <a:pt x="3798" y="2440"/>
                    </a:cubicBezTo>
                    <a:cubicBezTo>
                      <a:pt x="3800" y="2440"/>
                      <a:pt x="3801" y="2442"/>
                      <a:pt x="3801" y="2446"/>
                    </a:cubicBezTo>
                    <a:cubicBezTo>
                      <a:pt x="3808" y="2460"/>
                      <a:pt x="3895" y="2496"/>
                      <a:pt x="3902" y="2518"/>
                    </a:cubicBezTo>
                    <a:cubicBezTo>
                      <a:pt x="3916" y="2539"/>
                      <a:pt x="3916" y="2590"/>
                      <a:pt x="3895" y="2590"/>
                    </a:cubicBezTo>
                    <a:cubicBezTo>
                      <a:pt x="3880" y="2590"/>
                      <a:pt x="3880" y="2647"/>
                      <a:pt x="3895" y="2655"/>
                    </a:cubicBezTo>
                    <a:cubicBezTo>
                      <a:pt x="3896" y="2655"/>
                      <a:pt x="3897" y="2655"/>
                      <a:pt x="3898" y="2655"/>
                    </a:cubicBezTo>
                    <a:cubicBezTo>
                      <a:pt x="3919" y="2655"/>
                      <a:pt x="3946" y="2589"/>
                      <a:pt x="3967" y="2583"/>
                    </a:cubicBezTo>
                    <a:cubicBezTo>
                      <a:pt x="3989" y="2568"/>
                      <a:pt x="4003" y="2525"/>
                      <a:pt x="3996" y="2525"/>
                    </a:cubicBezTo>
                    <a:cubicBezTo>
                      <a:pt x="3984" y="2519"/>
                      <a:pt x="4002" y="2493"/>
                      <a:pt x="4017" y="2493"/>
                    </a:cubicBezTo>
                    <a:cubicBezTo>
                      <a:pt x="4020" y="2493"/>
                      <a:pt x="4022" y="2494"/>
                      <a:pt x="4025" y="2496"/>
                    </a:cubicBezTo>
                    <a:cubicBezTo>
                      <a:pt x="4003" y="2446"/>
                      <a:pt x="3974" y="2409"/>
                      <a:pt x="3945" y="2373"/>
                    </a:cubicBezTo>
                    <a:cubicBezTo>
                      <a:pt x="3932" y="2360"/>
                      <a:pt x="3927" y="2354"/>
                      <a:pt x="3928" y="2354"/>
                    </a:cubicBezTo>
                    <a:lnTo>
                      <a:pt x="3928" y="2354"/>
                    </a:lnTo>
                    <a:cubicBezTo>
                      <a:pt x="3931" y="2354"/>
                      <a:pt x="3955" y="2373"/>
                      <a:pt x="3996" y="2409"/>
                    </a:cubicBezTo>
                    <a:lnTo>
                      <a:pt x="4046" y="2474"/>
                    </a:lnTo>
                    <a:cubicBezTo>
                      <a:pt x="4054" y="2482"/>
                      <a:pt x="4068" y="2518"/>
                      <a:pt x="4075" y="2532"/>
                    </a:cubicBezTo>
                    <a:lnTo>
                      <a:pt x="4082" y="2546"/>
                    </a:lnTo>
                    <a:cubicBezTo>
                      <a:pt x="4097" y="2583"/>
                      <a:pt x="4097" y="2619"/>
                      <a:pt x="4097" y="2647"/>
                    </a:cubicBezTo>
                    <a:cubicBezTo>
                      <a:pt x="4111" y="2676"/>
                      <a:pt x="4133" y="2691"/>
                      <a:pt x="4155" y="2698"/>
                    </a:cubicBezTo>
                    <a:cubicBezTo>
                      <a:pt x="4183" y="2698"/>
                      <a:pt x="4198" y="2705"/>
                      <a:pt x="4191" y="2712"/>
                    </a:cubicBezTo>
                    <a:cubicBezTo>
                      <a:pt x="4191" y="2712"/>
                      <a:pt x="4205" y="2756"/>
                      <a:pt x="4227" y="2756"/>
                    </a:cubicBezTo>
                    <a:cubicBezTo>
                      <a:pt x="4248" y="2756"/>
                      <a:pt x="4255" y="2698"/>
                      <a:pt x="4234" y="2698"/>
                    </a:cubicBezTo>
                    <a:cubicBezTo>
                      <a:pt x="4212" y="2698"/>
                      <a:pt x="4219" y="2611"/>
                      <a:pt x="4212" y="2583"/>
                    </a:cubicBezTo>
                    <a:cubicBezTo>
                      <a:pt x="4212" y="2546"/>
                      <a:pt x="4234" y="2518"/>
                      <a:pt x="4241" y="2518"/>
                    </a:cubicBezTo>
                    <a:cubicBezTo>
                      <a:pt x="4248" y="2518"/>
                      <a:pt x="4241" y="2590"/>
                      <a:pt x="4241" y="2604"/>
                    </a:cubicBezTo>
                    <a:cubicBezTo>
                      <a:pt x="4241" y="2633"/>
                      <a:pt x="4248" y="2655"/>
                      <a:pt x="4255" y="2676"/>
                    </a:cubicBezTo>
                    <a:lnTo>
                      <a:pt x="4284" y="2698"/>
                    </a:lnTo>
                    <a:lnTo>
                      <a:pt x="4328" y="2734"/>
                    </a:lnTo>
                    <a:cubicBezTo>
                      <a:pt x="4353" y="2726"/>
                      <a:pt x="4381" y="2723"/>
                      <a:pt x="4408" y="2723"/>
                    </a:cubicBezTo>
                    <a:cubicBezTo>
                      <a:pt x="4457" y="2723"/>
                      <a:pt x="4498" y="2734"/>
                      <a:pt x="4493" y="2748"/>
                    </a:cubicBezTo>
                    <a:cubicBezTo>
                      <a:pt x="4493" y="2755"/>
                      <a:pt x="4505" y="2758"/>
                      <a:pt x="4518" y="2758"/>
                    </a:cubicBezTo>
                    <a:cubicBezTo>
                      <a:pt x="4534" y="2758"/>
                      <a:pt x="4551" y="2753"/>
                      <a:pt x="4551" y="2741"/>
                    </a:cubicBezTo>
                    <a:cubicBezTo>
                      <a:pt x="4553" y="2732"/>
                      <a:pt x="4555" y="2729"/>
                      <a:pt x="4556" y="2729"/>
                    </a:cubicBezTo>
                    <a:cubicBezTo>
                      <a:pt x="4558" y="2729"/>
                      <a:pt x="4558" y="2746"/>
                      <a:pt x="4558" y="2756"/>
                    </a:cubicBezTo>
                    <a:cubicBezTo>
                      <a:pt x="4558" y="2777"/>
                      <a:pt x="4508" y="2835"/>
                      <a:pt x="4501" y="2864"/>
                    </a:cubicBezTo>
                    <a:cubicBezTo>
                      <a:pt x="4498" y="2878"/>
                      <a:pt x="4469" y="2884"/>
                      <a:pt x="4431" y="2884"/>
                    </a:cubicBezTo>
                    <a:cubicBezTo>
                      <a:pt x="4375" y="2884"/>
                      <a:pt x="4298" y="2872"/>
                      <a:pt x="4255" y="2864"/>
                    </a:cubicBezTo>
                    <a:cubicBezTo>
                      <a:pt x="4248" y="2863"/>
                      <a:pt x="4240" y="2863"/>
                      <a:pt x="4231" y="2863"/>
                    </a:cubicBezTo>
                    <a:cubicBezTo>
                      <a:pt x="4161" y="2863"/>
                      <a:pt x="4075" y="2888"/>
                      <a:pt x="4075" y="2907"/>
                    </a:cubicBezTo>
                    <a:cubicBezTo>
                      <a:pt x="4075" y="2910"/>
                      <a:pt x="4073" y="2911"/>
                      <a:pt x="4070" y="2911"/>
                    </a:cubicBezTo>
                    <a:cubicBezTo>
                      <a:pt x="4047" y="2911"/>
                      <a:pt x="3953" y="2854"/>
                      <a:pt x="3909" y="2835"/>
                    </a:cubicBezTo>
                    <a:cubicBezTo>
                      <a:pt x="3859" y="2813"/>
                      <a:pt x="3816" y="2734"/>
                      <a:pt x="3801" y="2727"/>
                    </a:cubicBezTo>
                    <a:cubicBezTo>
                      <a:pt x="3794" y="2720"/>
                      <a:pt x="3816" y="2691"/>
                      <a:pt x="3801" y="2676"/>
                    </a:cubicBezTo>
                    <a:cubicBezTo>
                      <a:pt x="3797" y="2667"/>
                      <a:pt x="3754" y="2661"/>
                      <a:pt x="3713" y="2661"/>
                    </a:cubicBezTo>
                    <a:cubicBezTo>
                      <a:pt x="3688" y="2661"/>
                      <a:pt x="3663" y="2664"/>
                      <a:pt x="3650" y="2669"/>
                    </a:cubicBezTo>
                    <a:cubicBezTo>
                      <a:pt x="3614" y="2684"/>
                      <a:pt x="3440" y="2698"/>
                      <a:pt x="3397" y="2720"/>
                    </a:cubicBezTo>
                    <a:cubicBezTo>
                      <a:pt x="3379" y="2727"/>
                      <a:pt x="3359" y="2730"/>
                      <a:pt x="3339" y="2730"/>
                    </a:cubicBezTo>
                    <a:cubicBezTo>
                      <a:pt x="3318" y="2730"/>
                      <a:pt x="3296" y="2727"/>
                      <a:pt x="3275" y="2720"/>
                    </a:cubicBezTo>
                    <a:cubicBezTo>
                      <a:pt x="3253" y="2720"/>
                      <a:pt x="3210" y="2770"/>
                      <a:pt x="3181" y="2784"/>
                    </a:cubicBezTo>
                    <a:cubicBezTo>
                      <a:pt x="3145" y="2835"/>
                      <a:pt x="3123" y="2900"/>
                      <a:pt x="3116" y="2965"/>
                    </a:cubicBezTo>
                    <a:lnTo>
                      <a:pt x="3087" y="3022"/>
                    </a:lnTo>
                    <a:lnTo>
                      <a:pt x="3065" y="3066"/>
                    </a:lnTo>
                    <a:cubicBezTo>
                      <a:pt x="3008" y="3131"/>
                      <a:pt x="2957" y="3203"/>
                      <a:pt x="2921" y="3282"/>
                    </a:cubicBezTo>
                    <a:cubicBezTo>
                      <a:pt x="2900" y="3390"/>
                      <a:pt x="2892" y="3491"/>
                      <a:pt x="2892" y="3599"/>
                    </a:cubicBezTo>
                    <a:cubicBezTo>
                      <a:pt x="2907" y="3686"/>
                      <a:pt x="2936" y="3780"/>
                      <a:pt x="2972" y="3859"/>
                    </a:cubicBezTo>
                    <a:cubicBezTo>
                      <a:pt x="3015" y="3924"/>
                      <a:pt x="3073" y="3975"/>
                      <a:pt x="3130" y="4018"/>
                    </a:cubicBezTo>
                    <a:cubicBezTo>
                      <a:pt x="3195" y="4032"/>
                      <a:pt x="3260" y="4039"/>
                      <a:pt x="3325" y="4039"/>
                    </a:cubicBezTo>
                    <a:cubicBezTo>
                      <a:pt x="3368" y="4032"/>
                      <a:pt x="3404" y="4003"/>
                      <a:pt x="3419" y="3960"/>
                    </a:cubicBezTo>
                    <a:lnTo>
                      <a:pt x="3477" y="3967"/>
                    </a:lnTo>
                    <a:lnTo>
                      <a:pt x="3498" y="3967"/>
                    </a:lnTo>
                    <a:cubicBezTo>
                      <a:pt x="3498" y="3996"/>
                      <a:pt x="3585" y="4025"/>
                      <a:pt x="3606" y="4032"/>
                    </a:cubicBezTo>
                    <a:cubicBezTo>
                      <a:pt x="3621" y="4036"/>
                      <a:pt x="3635" y="4038"/>
                      <a:pt x="3650" y="4038"/>
                    </a:cubicBezTo>
                    <a:cubicBezTo>
                      <a:pt x="3664" y="4038"/>
                      <a:pt x="3678" y="4036"/>
                      <a:pt x="3693" y="4032"/>
                    </a:cubicBezTo>
                    <a:cubicBezTo>
                      <a:pt x="3707" y="4032"/>
                      <a:pt x="3729" y="4176"/>
                      <a:pt x="3715" y="4213"/>
                    </a:cubicBezTo>
                    <a:cubicBezTo>
                      <a:pt x="3722" y="4292"/>
                      <a:pt x="3736" y="4371"/>
                      <a:pt x="3758" y="4451"/>
                    </a:cubicBezTo>
                    <a:cubicBezTo>
                      <a:pt x="3772" y="4494"/>
                      <a:pt x="3823" y="4616"/>
                      <a:pt x="3823" y="4660"/>
                    </a:cubicBezTo>
                    <a:cubicBezTo>
                      <a:pt x="3816" y="4739"/>
                      <a:pt x="3808" y="4818"/>
                      <a:pt x="3787" y="4898"/>
                    </a:cubicBezTo>
                    <a:cubicBezTo>
                      <a:pt x="3808" y="4984"/>
                      <a:pt x="3830" y="5064"/>
                      <a:pt x="3873" y="5143"/>
                    </a:cubicBezTo>
                    <a:cubicBezTo>
                      <a:pt x="3888" y="5201"/>
                      <a:pt x="3902" y="5258"/>
                      <a:pt x="3902" y="5323"/>
                    </a:cubicBezTo>
                    <a:cubicBezTo>
                      <a:pt x="3902" y="5345"/>
                      <a:pt x="3981" y="5496"/>
                      <a:pt x="3996" y="5554"/>
                    </a:cubicBezTo>
                    <a:cubicBezTo>
                      <a:pt x="4005" y="5590"/>
                      <a:pt x="4088" y="5607"/>
                      <a:pt x="4163" y="5607"/>
                    </a:cubicBezTo>
                    <a:cubicBezTo>
                      <a:pt x="4207" y="5607"/>
                      <a:pt x="4248" y="5601"/>
                      <a:pt x="4270" y="5590"/>
                    </a:cubicBezTo>
                    <a:cubicBezTo>
                      <a:pt x="4328" y="5532"/>
                      <a:pt x="4378" y="5468"/>
                      <a:pt x="4436" y="5410"/>
                    </a:cubicBezTo>
                    <a:cubicBezTo>
                      <a:pt x="4457" y="5359"/>
                      <a:pt x="4479" y="5309"/>
                      <a:pt x="4486" y="5258"/>
                    </a:cubicBezTo>
                    <a:cubicBezTo>
                      <a:pt x="4501" y="5237"/>
                      <a:pt x="4522" y="5215"/>
                      <a:pt x="4551" y="5201"/>
                    </a:cubicBezTo>
                    <a:cubicBezTo>
                      <a:pt x="4566" y="5193"/>
                      <a:pt x="4623" y="4984"/>
                      <a:pt x="4667" y="4934"/>
                    </a:cubicBezTo>
                    <a:cubicBezTo>
                      <a:pt x="4724" y="4818"/>
                      <a:pt x="4753" y="4696"/>
                      <a:pt x="4753" y="4573"/>
                    </a:cubicBezTo>
                    <a:cubicBezTo>
                      <a:pt x="4760" y="4487"/>
                      <a:pt x="4768" y="4393"/>
                      <a:pt x="4796" y="4306"/>
                    </a:cubicBezTo>
                    <a:cubicBezTo>
                      <a:pt x="4818" y="4263"/>
                      <a:pt x="4847" y="4220"/>
                      <a:pt x="4883" y="4191"/>
                    </a:cubicBezTo>
                    <a:cubicBezTo>
                      <a:pt x="4941" y="4112"/>
                      <a:pt x="4991" y="4032"/>
                      <a:pt x="5042" y="3953"/>
                    </a:cubicBezTo>
                    <a:cubicBezTo>
                      <a:pt x="5078" y="3888"/>
                      <a:pt x="5099" y="3816"/>
                      <a:pt x="5107" y="3737"/>
                    </a:cubicBezTo>
                    <a:cubicBezTo>
                      <a:pt x="5101" y="3714"/>
                      <a:pt x="5051" y="3696"/>
                      <a:pt x="5023" y="3696"/>
                    </a:cubicBezTo>
                    <a:cubicBezTo>
                      <a:pt x="5015" y="3696"/>
                      <a:pt x="5009" y="3697"/>
                      <a:pt x="5006" y="3700"/>
                    </a:cubicBezTo>
                    <a:cubicBezTo>
                      <a:pt x="4977" y="3722"/>
                      <a:pt x="4933" y="3729"/>
                      <a:pt x="4897" y="3729"/>
                    </a:cubicBezTo>
                    <a:cubicBezTo>
                      <a:pt x="4876" y="3729"/>
                      <a:pt x="4825" y="3607"/>
                      <a:pt x="4789" y="3578"/>
                    </a:cubicBezTo>
                    <a:cubicBezTo>
                      <a:pt x="4760" y="3556"/>
                      <a:pt x="4731" y="3419"/>
                      <a:pt x="4710" y="3390"/>
                    </a:cubicBezTo>
                    <a:cubicBezTo>
                      <a:pt x="4681" y="3354"/>
                      <a:pt x="4652" y="3311"/>
                      <a:pt x="4623" y="3282"/>
                    </a:cubicBezTo>
                    <a:cubicBezTo>
                      <a:pt x="4602" y="3261"/>
                      <a:pt x="4602" y="3188"/>
                      <a:pt x="4594" y="3167"/>
                    </a:cubicBezTo>
                    <a:cubicBezTo>
                      <a:pt x="4594" y="3164"/>
                      <a:pt x="4596" y="3163"/>
                      <a:pt x="4598" y="3163"/>
                    </a:cubicBezTo>
                    <a:cubicBezTo>
                      <a:pt x="4607" y="3163"/>
                      <a:pt x="4632" y="3186"/>
                      <a:pt x="4638" y="3210"/>
                    </a:cubicBezTo>
                    <a:cubicBezTo>
                      <a:pt x="4667" y="3282"/>
                      <a:pt x="4710" y="3340"/>
                      <a:pt x="4753" y="3405"/>
                    </a:cubicBezTo>
                    <a:cubicBezTo>
                      <a:pt x="4775" y="3441"/>
                      <a:pt x="4847" y="3571"/>
                      <a:pt x="4861" y="3614"/>
                    </a:cubicBezTo>
                    <a:cubicBezTo>
                      <a:pt x="4870" y="3629"/>
                      <a:pt x="4900" y="3634"/>
                      <a:pt x="4936" y="3634"/>
                    </a:cubicBezTo>
                    <a:cubicBezTo>
                      <a:pt x="4989" y="3634"/>
                      <a:pt x="5055" y="3623"/>
                      <a:pt x="5085" y="3614"/>
                    </a:cubicBezTo>
                    <a:cubicBezTo>
                      <a:pt x="5128" y="3592"/>
                      <a:pt x="5164" y="3571"/>
                      <a:pt x="5200" y="3535"/>
                    </a:cubicBezTo>
                    <a:cubicBezTo>
                      <a:pt x="5200" y="3520"/>
                      <a:pt x="5280" y="3484"/>
                      <a:pt x="5301" y="3470"/>
                    </a:cubicBezTo>
                    <a:cubicBezTo>
                      <a:pt x="5323" y="3448"/>
                      <a:pt x="5345" y="3354"/>
                      <a:pt x="5359" y="3340"/>
                    </a:cubicBezTo>
                    <a:cubicBezTo>
                      <a:pt x="5373" y="3325"/>
                      <a:pt x="5345" y="3239"/>
                      <a:pt x="5330" y="3210"/>
                    </a:cubicBezTo>
                    <a:cubicBezTo>
                      <a:pt x="5301" y="3188"/>
                      <a:pt x="5258" y="3174"/>
                      <a:pt x="5215" y="3174"/>
                    </a:cubicBezTo>
                    <a:cubicBezTo>
                      <a:pt x="5213" y="3175"/>
                      <a:pt x="5212" y="3176"/>
                      <a:pt x="5210" y="3176"/>
                    </a:cubicBezTo>
                    <a:cubicBezTo>
                      <a:pt x="5194" y="3176"/>
                      <a:pt x="5164" y="3114"/>
                      <a:pt x="5157" y="3095"/>
                    </a:cubicBezTo>
                    <a:cubicBezTo>
                      <a:pt x="5143" y="3066"/>
                      <a:pt x="5085" y="3037"/>
                      <a:pt x="5078" y="3015"/>
                    </a:cubicBezTo>
                    <a:cubicBezTo>
                      <a:pt x="5070" y="3001"/>
                      <a:pt x="5092" y="2972"/>
                      <a:pt x="5099" y="2965"/>
                    </a:cubicBezTo>
                    <a:cubicBezTo>
                      <a:pt x="5157" y="2994"/>
                      <a:pt x="5208" y="3030"/>
                      <a:pt x="5251" y="3080"/>
                    </a:cubicBezTo>
                    <a:cubicBezTo>
                      <a:pt x="5287" y="3116"/>
                      <a:pt x="5308" y="3160"/>
                      <a:pt x="5330" y="3203"/>
                    </a:cubicBezTo>
                    <a:cubicBezTo>
                      <a:pt x="5348" y="3210"/>
                      <a:pt x="5368" y="3214"/>
                      <a:pt x="5388" y="3214"/>
                    </a:cubicBezTo>
                    <a:cubicBezTo>
                      <a:pt x="5408" y="3214"/>
                      <a:pt x="5427" y="3210"/>
                      <a:pt x="5446" y="3203"/>
                    </a:cubicBezTo>
                    <a:cubicBezTo>
                      <a:pt x="5452" y="3196"/>
                      <a:pt x="5460" y="3193"/>
                      <a:pt x="5468" y="3193"/>
                    </a:cubicBezTo>
                    <a:cubicBezTo>
                      <a:pt x="5478" y="3193"/>
                      <a:pt x="5488" y="3198"/>
                      <a:pt x="5496" y="3210"/>
                    </a:cubicBezTo>
                    <a:lnTo>
                      <a:pt x="5525" y="3203"/>
                    </a:lnTo>
                    <a:lnTo>
                      <a:pt x="5619" y="3188"/>
                    </a:lnTo>
                    <a:cubicBezTo>
                      <a:pt x="5647" y="3217"/>
                      <a:pt x="5669" y="3253"/>
                      <a:pt x="5676" y="3289"/>
                    </a:cubicBezTo>
                    <a:cubicBezTo>
                      <a:pt x="5684" y="3318"/>
                      <a:pt x="5698" y="3340"/>
                      <a:pt x="5727" y="3347"/>
                    </a:cubicBezTo>
                    <a:cubicBezTo>
                      <a:pt x="5741" y="3347"/>
                      <a:pt x="5756" y="3412"/>
                      <a:pt x="5763" y="3434"/>
                    </a:cubicBezTo>
                    <a:cubicBezTo>
                      <a:pt x="5763" y="3448"/>
                      <a:pt x="5821" y="3542"/>
                      <a:pt x="5835" y="3578"/>
                    </a:cubicBezTo>
                    <a:cubicBezTo>
                      <a:pt x="5849" y="3628"/>
                      <a:pt x="5878" y="3679"/>
                      <a:pt x="5907" y="3722"/>
                    </a:cubicBezTo>
                    <a:cubicBezTo>
                      <a:pt x="5914" y="3751"/>
                      <a:pt x="5922" y="3787"/>
                      <a:pt x="5922" y="3816"/>
                    </a:cubicBezTo>
                    <a:cubicBezTo>
                      <a:pt x="5929" y="3845"/>
                      <a:pt x="5958" y="3859"/>
                      <a:pt x="5979" y="3866"/>
                    </a:cubicBezTo>
                    <a:cubicBezTo>
                      <a:pt x="6001" y="3866"/>
                      <a:pt x="6051" y="3722"/>
                      <a:pt x="6059" y="3672"/>
                    </a:cubicBezTo>
                    <a:cubicBezTo>
                      <a:pt x="6066" y="3636"/>
                      <a:pt x="6087" y="3607"/>
                      <a:pt x="6116" y="3585"/>
                    </a:cubicBezTo>
                    <a:cubicBezTo>
                      <a:pt x="6123" y="3585"/>
                      <a:pt x="6131" y="3556"/>
                      <a:pt x="6131" y="3542"/>
                    </a:cubicBezTo>
                    <a:cubicBezTo>
                      <a:pt x="6131" y="3535"/>
                      <a:pt x="6188" y="3535"/>
                      <a:pt x="6196" y="3520"/>
                    </a:cubicBezTo>
                    <a:cubicBezTo>
                      <a:pt x="6196" y="3506"/>
                      <a:pt x="6217" y="3412"/>
                      <a:pt x="6232" y="3398"/>
                    </a:cubicBezTo>
                    <a:cubicBezTo>
                      <a:pt x="6268" y="3376"/>
                      <a:pt x="6311" y="3347"/>
                      <a:pt x="6347" y="3333"/>
                    </a:cubicBezTo>
                    <a:cubicBezTo>
                      <a:pt x="6350" y="3331"/>
                      <a:pt x="6354" y="3330"/>
                      <a:pt x="6358" y="3330"/>
                    </a:cubicBezTo>
                    <a:cubicBezTo>
                      <a:pt x="6389" y="3330"/>
                      <a:pt x="6442" y="3379"/>
                      <a:pt x="6455" y="3405"/>
                    </a:cubicBezTo>
                    <a:cubicBezTo>
                      <a:pt x="6470" y="3434"/>
                      <a:pt x="6477" y="3470"/>
                      <a:pt x="6477" y="3506"/>
                    </a:cubicBezTo>
                    <a:cubicBezTo>
                      <a:pt x="6470" y="3513"/>
                      <a:pt x="6506" y="3571"/>
                      <a:pt x="6542" y="3571"/>
                    </a:cubicBezTo>
                    <a:cubicBezTo>
                      <a:pt x="6578" y="3571"/>
                      <a:pt x="6585" y="3614"/>
                      <a:pt x="6585" y="3628"/>
                    </a:cubicBezTo>
                    <a:cubicBezTo>
                      <a:pt x="6592" y="3643"/>
                      <a:pt x="6636" y="3686"/>
                      <a:pt x="6643" y="3708"/>
                    </a:cubicBezTo>
                    <a:cubicBezTo>
                      <a:pt x="6650" y="3737"/>
                      <a:pt x="6650" y="3773"/>
                      <a:pt x="6643" y="3801"/>
                    </a:cubicBezTo>
                    <a:cubicBezTo>
                      <a:pt x="6636" y="3838"/>
                      <a:pt x="6636" y="3874"/>
                      <a:pt x="6643" y="3902"/>
                    </a:cubicBezTo>
                    <a:cubicBezTo>
                      <a:pt x="6686" y="3967"/>
                      <a:pt x="6737" y="4018"/>
                      <a:pt x="6794" y="4061"/>
                    </a:cubicBezTo>
                    <a:cubicBezTo>
                      <a:pt x="6800" y="4066"/>
                      <a:pt x="6805" y="4069"/>
                      <a:pt x="6809" y="4069"/>
                    </a:cubicBezTo>
                    <a:cubicBezTo>
                      <a:pt x="6836" y="4069"/>
                      <a:pt x="6849" y="3992"/>
                      <a:pt x="6830" y="3967"/>
                    </a:cubicBezTo>
                    <a:cubicBezTo>
                      <a:pt x="6809" y="3938"/>
                      <a:pt x="6744" y="3866"/>
                      <a:pt x="6729" y="3845"/>
                    </a:cubicBezTo>
                    <a:cubicBezTo>
                      <a:pt x="6708" y="3809"/>
                      <a:pt x="6708" y="3758"/>
                      <a:pt x="6715" y="3715"/>
                    </a:cubicBezTo>
                    <a:cubicBezTo>
                      <a:pt x="6716" y="3710"/>
                      <a:pt x="6720" y="3708"/>
                      <a:pt x="6725" y="3708"/>
                    </a:cubicBezTo>
                    <a:cubicBezTo>
                      <a:pt x="6743" y="3708"/>
                      <a:pt x="6777" y="3733"/>
                      <a:pt x="6794" y="3744"/>
                    </a:cubicBezTo>
                    <a:cubicBezTo>
                      <a:pt x="6816" y="3765"/>
                      <a:pt x="6838" y="3787"/>
                      <a:pt x="6852" y="3816"/>
                    </a:cubicBezTo>
                    <a:cubicBezTo>
                      <a:pt x="6852" y="3817"/>
                      <a:pt x="6853" y="3818"/>
                      <a:pt x="6854" y="3818"/>
                    </a:cubicBezTo>
                    <a:cubicBezTo>
                      <a:pt x="6873" y="3818"/>
                      <a:pt x="6990" y="3744"/>
                      <a:pt x="6996" y="3664"/>
                    </a:cubicBezTo>
                    <a:cubicBezTo>
                      <a:pt x="7003" y="3592"/>
                      <a:pt x="7025" y="3527"/>
                      <a:pt x="7047" y="3462"/>
                    </a:cubicBezTo>
                    <a:cubicBezTo>
                      <a:pt x="7054" y="3441"/>
                      <a:pt x="7039" y="3405"/>
                      <a:pt x="7025" y="3405"/>
                    </a:cubicBezTo>
                    <a:cubicBezTo>
                      <a:pt x="7011" y="3405"/>
                      <a:pt x="7047" y="3340"/>
                      <a:pt x="7083" y="3340"/>
                    </a:cubicBezTo>
                    <a:cubicBezTo>
                      <a:pt x="7084" y="3340"/>
                      <a:pt x="7086" y="3340"/>
                      <a:pt x="7087" y="3340"/>
                    </a:cubicBezTo>
                    <a:cubicBezTo>
                      <a:pt x="7132" y="3340"/>
                      <a:pt x="7220" y="3237"/>
                      <a:pt x="7241" y="3196"/>
                    </a:cubicBezTo>
                    <a:cubicBezTo>
                      <a:pt x="7256" y="3167"/>
                      <a:pt x="7285" y="3138"/>
                      <a:pt x="7314" y="3116"/>
                    </a:cubicBezTo>
                    <a:cubicBezTo>
                      <a:pt x="7335" y="3073"/>
                      <a:pt x="7342" y="3022"/>
                      <a:pt x="7357" y="2972"/>
                    </a:cubicBezTo>
                    <a:cubicBezTo>
                      <a:pt x="7350" y="2929"/>
                      <a:pt x="7342" y="2885"/>
                      <a:pt x="7328" y="2849"/>
                    </a:cubicBezTo>
                    <a:cubicBezTo>
                      <a:pt x="7314" y="2813"/>
                      <a:pt x="7299" y="2784"/>
                      <a:pt x="7285" y="2763"/>
                    </a:cubicBezTo>
                    <a:cubicBezTo>
                      <a:pt x="7270" y="2734"/>
                      <a:pt x="7270" y="2705"/>
                      <a:pt x="7270" y="2676"/>
                    </a:cubicBezTo>
                    <a:cubicBezTo>
                      <a:pt x="7277" y="2669"/>
                      <a:pt x="7314" y="2655"/>
                      <a:pt x="7314" y="2647"/>
                    </a:cubicBezTo>
                    <a:cubicBezTo>
                      <a:pt x="7321" y="2640"/>
                      <a:pt x="7357" y="2597"/>
                      <a:pt x="7357" y="2575"/>
                    </a:cubicBezTo>
                    <a:cubicBezTo>
                      <a:pt x="7357" y="2571"/>
                      <a:pt x="7358" y="2569"/>
                      <a:pt x="7359" y="2569"/>
                    </a:cubicBezTo>
                    <a:cubicBezTo>
                      <a:pt x="7365" y="2569"/>
                      <a:pt x="7383" y="2601"/>
                      <a:pt x="7400" y="2619"/>
                    </a:cubicBezTo>
                    <a:cubicBezTo>
                      <a:pt x="7422" y="2633"/>
                      <a:pt x="7436" y="2734"/>
                      <a:pt x="7465" y="2741"/>
                    </a:cubicBezTo>
                    <a:cubicBezTo>
                      <a:pt x="7466" y="2742"/>
                      <a:pt x="7468" y="2742"/>
                      <a:pt x="7469" y="2742"/>
                    </a:cubicBezTo>
                    <a:cubicBezTo>
                      <a:pt x="7497" y="2742"/>
                      <a:pt x="7580" y="2629"/>
                      <a:pt x="7566" y="2561"/>
                    </a:cubicBezTo>
                    <a:cubicBezTo>
                      <a:pt x="7559" y="2496"/>
                      <a:pt x="7573" y="2431"/>
                      <a:pt x="7616" y="2381"/>
                    </a:cubicBezTo>
                    <a:cubicBezTo>
                      <a:pt x="7653" y="2352"/>
                      <a:pt x="7681" y="2316"/>
                      <a:pt x="7703" y="2272"/>
                    </a:cubicBezTo>
                    <a:cubicBezTo>
                      <a:pt x="7501" y="1688"/>
                      <a:pt x="7169" y="1162"/>
                      <a:pt x="6722" y="729"/>
                    </a:cubicBezTo>
                    <a:lnTo>
                      <a:pt x="6708" y="729"/>
                    </a:lnTo>
                    <a:lnTo>
                      <a:pt x="6679" y="722"/>
                    </a:lnTo>
                    <a:cubicBezTo>
                      <a:pt x="6621" y="707"/>
                      <a:pt x="6585" y="650"/>
                      <a:pt x="6592" y="628"/>
                    </a:cubicBezTo>
                    <a:cubicBezTo>
                      <a:pt x="6600" y="621"/>
                      <a:pt x="6600" y="614"/>
                      <a:pt x="6592" y="606"/>
                    </a:cubicBezTo>
                    <a:cubicBezTo>
                      <a:pt x="6563" y="577"/>
                      <a:pt x="6527" y="549"/>
                      <a:pt x="6499" y="520"/>
                    </a:cubicBezTo>
                    <a:lnTo>
                      <a:pt x="6434" y="520"/>
                    </a:lnTo>
                    <a:cubicBezTo>
                      <a:pt x="6390" y="513"/>
                      <a:pt x="6347" y="498"/>
                      <a:pt x="6311" y="477"/>
                    </a:cubicBezTo>
                    <a:cubicBezTo>
                      <a:pt x="6309" y="476"/>
                      <a:pt x="6307" y="475"/>
                      <a:pt x="6304" y="475"/>
                    </a:cubicBezTo>
                    <a:close/>
                    <a:moveTo>
                      <a:pt x="7761" y="4631"/>
                    </a:moveTo>
                    <a:cubicBezTo>
                      <a:pt x="7703" y="4631"/>
                      <a:pt x="7638" y="4660"/>
                      <a:pt x="7638" y="4681"/>
                    </a:cubicBezTo>
                    <a:cubicBezTo>
                      <a:pt x="7638" y="4696"/>
                      <a:pt x="7566" y="4732"/>
                      <a:pt x="7537" y="4739"/>
                    </a:cubicBezTo>
                    <a:cubicBezTo>
                      <a:pt x="7508" y="4768"/>
                      <a:pt x="7479" y="4804"/>
                      <a:pt x="7458" y="4847"/>
                    </a:cubicBezTo>
                    <a:cubicBezTo>
                      <a:pt x="7451" y="4869"/>
                      <a:pt x="7393" y="4862"/>
                      <a:pt x="7371" y="4876"/>
                    </a:cubicBezTo>
                    <a:cubicBezTo>
                      <a:pt x="7350" y="4883"/>
                      <a:pt x="7306" y="4919"/>
                      <a:pt x="7306" y="4941"/>
                    </a:cubicBezTo>
                    <a:cubicBezTo>
                      <a:pt x="7306" y="4951"/>
                      <a:pt x="7303" y="4956"/>
                      <a:pt x="7298" y="4956"/>
                    </a:cubicBezTo>
                    <a:cubicBezTo>
                      <a:pt x="7293" y="4956"/>
                      <a:pt x="7285" y="4949"/>
                      <a:pt x="7277" y="4934"/>
                    </a:cubicBezTo>
                    <a:lnTo>
                      <a:pt x="7249" y="4963"/>
                    </a:lnTo>
                    <a:lnTo>
                      <a:pt x="7213" y="5006"/>
                    </a:lnTo>
                    <a:cubicBezTo>
                      <a:pt x="7191" y="5056"/>
                      <a:pt x="7155" y="5107"/>
                      <a:pt x="7104" y="5150"/>
                    </a:cubicBezTo>
                    <a:cubicBezTo>
                      <a:pt x="7083" y="5150"/>
                      <a:pt x="7083" y="5258"/>
                      <a:pt x="7083" y="5302"/>
                    </a:cubicBezTo>
                    <a:cubicBezTo>
                      <a:pt x="7083" y="5345"/>
                      <a:pt x="7090" y="5388"/>
                      <a:pt x="7119" y="5424"/>
                    </a:cubicBezTo>
                    <a:lnTo>
                      <a:pt x="7119" y="5460"/>
                    </a:lnTo>
                    <a:lnTo>
                      <a:pt x="7126" y="5525"/>
                    </a:lnTo>
                    <a:cubicBezTo>
                      <a:pt x="7119" y="5568"/>
                      <a:pt x="7133" y="5605"/>
                      <a:pt x="7169" y="5633"/>
                    </a:cubicBezTo>
                    <a:cubicBezTo>
                      <a:pt x="7213" y="5633"/>
                      <a:pt x="7263" y="5626"/>
                      <a:pt x="7314" y="5605"/>
                    </a:cubicBezTo>
                    <a:cubicBezTo>
                      <a:pt x="7328" y="5605"/>
                      <a:pt x="7350" y="5597"/>
                      <a:pt x="7364" y="5583"/>
                    </a:cubicBezTo>
                    <a:cubicBezTo>
                      <a:pt x="7544" y="5287"/>
                      <a:pt x="7689" y="4970"/>
                      <a:pt x="7782" y="4638"/>
                    </a:cubicBezTo>
                    <a:lnTo>
                      <a:pt x="7761" y="4631"/>
                    </a:lnTo>
                    <a:close/>
                    <a:moveTo>
                      <a:pt x="1953" y="6300"/>
                    </a:moveTo>
                    <a:cubicBezTo>
                      <a:pt x="1938" y="6300"/>
                      <a:pt x="1922" y="6314"/>
                      <a:pt x="1926" y="6340"/>
                    </a:cubicBezTo>
                    <a:lnTo>
                      <a:pt x="1976" y="6340"/>
                    </a:lnTo>
                    <a:cubicBezTo>
                      <a:pt x="1980" y="6312"/>
                      <a:pt x="1966" y="6300"/>
                      <a:pt x="1953" y="6300"/>
                    </a:cubicBezTo>
                    <a:close/>
                    <a:moveTo>
                      <a:pt x="1281" y="692"/>
                    </a:moveTo>
                    <a:cubicBezTo>
                      <a:pt x="1257" y="692"/>
                      <a:pt x="1183" y="782"/>
                      <a:pt x="1183" y="837"/>
                    </a:cubicBezTo>
                    <a:cubicBezTo>
                      <a:pt x="1176" y="888"/>
                      <a:pt x="1197" y="938"/>
                      <a:pt x="1226" y="974"/>
                    </a:cubicBezTo>
                    <a:cubicBezTo>
                      <a:pt x="1241" y="974"/>
                      <a:pt x="1226" y="1032"/>
                      <a:pt x="1212" y="1046"/>
                    </a:cubicBezTo>
                    <a:cubicBezTo>
                      <a:pt x="1208" y="1049"/>
                      <a:pt x="1203" y="1050"/>
                      <a:pt x="1199" y="1050"/>
                    </a:cubicBezTo>
                    <a:cubicBezTo>
                      <a:pt x="1181" y="1050"/>
                      <a:pt x="1163" y="1029"/>
                      <a:pt x="1169" y="1017"/>
                    </a:cubicBezTo>
                    <a:cubicBezTo>
                      <a:pt x="1183" y="1003"/>
                      <a:pt x="1133" y="931"/>
                      <a:pt x="1118" y="909"/>
                    </a:cubicBezTo>
                    <a:cubicBezTo>
                      <a:pt x="1089" y="880"/>
                      <a:pt x="1060" y="866"/>
                      <a:pt x="1024" y="859"/>
                    </a:cubicBezTo>
                    <a:cubicBezTo>
                      <a:pt x="1010" y="873"/>
                      <a:pt x="988" y="895"/>
                      <a:pt x="974" y="916"/>
                    </a:cubicBezTo>
                    <a:cubicBezTo>
                      <a:pt x="981" y="938"/>
                      <a:pt x="988" y="967"/>
                      <a:pt x="981" y="996"/>
                    </a:cubicBezTo>
                    <a:cubicBezTo>
                      <a:pt x="972" y="1018"/>
                      <a:pt x="957" y="1030"/>
                      <a:pt x="946" y="1030"/>
                    </a:cubicBezTo>
                    <a:cubicBezTo>
                      <a:pt x="939" y="1030"/>
                      <a:pt x="933" y="1026"/>
                      <a:pt x="931" y="1017"/>
                    </a:cubicBezTo>
                    <a:cubicBezTo>
                      <a:pt x="931" y="1003"/>
                      <a:pt x="916" y="1003"/>
                      <a:pt x="894" y="1003"/>
                    </a:cubicBezTo>
                    <a:cubicBezTo>
                      <a:pt x="404" y="1594"/>
                      <a:pt x="94" y="2316"/>
                      <a:pt x="0" y="3080"/>
                    </a:cubicBezTo>
                    <a:cubicBezTo>
                      <a:pt x="22" y="3095"/>
                      <a:pt x="36" y="3123"/>
                      <a:pt x="51" y="3145"/>
                    </a:cubicBezTo>
                    <a:cubicBezTo>
                      <a:pt x="58" y="3181"/>
                      <a:pt x="123" y="3203"/>
                      <a:pt x="130" y="3210"/>
                    </a:cubicBezTo>
                    <a:cubicBezTo>
                      <a:pt x="131" y="3210"/>
                      <a:pt x="131" y="3211"/>
                      <a:pt x="132" y="3211"/>
                    </a:cubicBezTo>
                    <a:cubicBezTo>
                      <a:pt x="144" y="3211"/>
                      <a:pt x="144" y="3144"/>
                      <a:pt x="137" y="3123"/>
                    </a:cubicBezTo>
                    <a:cubicBezTo>
                      <a:pt x="132" y="3104"/>
                      <a:pt x="140" y="3095"/>
                      <a:pt x="146" y="3095"/>
                    </a:cubicBezTo>
                    <a:cubicBezTo>
                      <a:pt x="149" y="3095"/>
                      <a:pt x="152" y="3097"/>
                      <a:pt x="152" y="3102"/>
                    </a:cubicBezTo>
                    <a:cubicBezTo>
                      <a:pt x="173" y="3138"/>
                      <a:pt x="202" y="3174"/>
                      <a:pt x="231" y="3203"/>
                    </a:cubicBezTo>
                    <a:cubicBezTo>
                      <a:pt x="245" y="3232"/>
                      <a:pt x="267" y="3383"/>
                      <a:pt x="289" y="3412"/>
                    </a:cubicBezTo>
                    <a:cubicBezTo>
                      <a:pt x="361" y="3470"/>
                      <a:pt x="447" y="3506"/>
                      <a:pt x="534" y="3527"/>
                    </a:cubicBezTo>
                    <a:cubicBezTo>
                      <a:pt x="592" y="3542"/>
                      <a:pt x="635" y="3571"/>
                      <a:pt x="671" y="3614"/>
                    </a:cubicBezTo>
                    <a:cubicBezTo>
                      <a:pt x="685" y="3636"/>
                      <a:pt x="757" y="3643"/>
                      <a:pt x="779" y="3650"/>
                    </a:cubicBezTo>
                    <a:cubicBezTo>
                      <a:pt x="794" y="3657"/>
                      <a:pt x="830" y="3708"/>
                      <a:pt x="844" y="3722"/>
                    </a:cubicBezTo>
                    <a:cubicBezTo>
                      <a:pt x="858" y="3729"/>
                      <a:pt x="873" y="3751"/>
                      <a:pt x="873" y="3765"/>
                    </a:cubicBezTo>
                    <a:cubicBezTo>
                      <a:pt x="873" y="3780"/>
                      <a:pt x="974" y="3816"/>
                      <a:pt x="995" y="3838"/>
                    </a:cubicBezTo>
                    <a:cubicBezTo>
                      <a:pt x="1008" y="3850"/>
                      <a:pt x="1023" y="3858"/>
                      <a:pt x="1038" y="3858"/>
                    </a:cubicBezTo>
                    <a:cubicBezTo>
                      <a:pt x="1048" y="3858"/>
                      <a:pt x="1059" y="3854"/>
                      <a:pt x="1068" y="3845"/>
                    </a:cubicBezTo>
                    <a:cubicBezTo>
                      <a:pt x="1068" y="3844"/>
                      <a:pt x="1068" y="3844"/>
                      <a:pt x="1069" y="3844"/>
                    </a:cubicBezTo>
                    <a:cubicBezTo>
                      <a:pt x="1077" y="3844"/>
                      <a:pt x="1097" y="3904"/>
                      <a:pt x="1104" y="3924"/>
                    </a:cubicBezTo>
                    <a:cubicBezTo>
                      <a:pt x="1118" y="3953"/>
                      <a:pt x="1118" y="3982"/>
                      <a:pt x="1111" y="4003"/>
                    </a:cubicBezTo>
                    <a:cubicBezTo>
                      <a:pt x="1096" y="4054"/>
                      <a:pt x="1089" y="4090"/>
                      <a:pt x="1075" y="4133"/>
                    </a:cubicBezTo>
                    <a:cubicBezTo>
                      <a:pt x="1046" y="4198"/>
                      <a:pt x="1032" y="4263"/>
                      <a:pt x="1024" y="4328"/>
                    </a:cubicBezTo>
                    <a:cubicBezTo>
                      <a:pt x="1046" y="4364"/>
                      <a:pt x="1068" y="4400"/>
                      <a:pt x="1104" y="4422"/>
                    </a:cubicBezTo>
                    <a:cubicBezTo>
                      <a:pt x="1118" y="4429"/>
                      <a:pt x="1118" y="4458"/>
                      <a:pt x="1104" y="4465"/>
                    </a:cubicBezTo>
                    <a:cubicBezTo>
                      <a:pt x="1082" y="4465"/>
                      <a:pt x="1089" y="4609"/>
                      <a:pt x="1133" y="4624"/>
                    </a:cubicBezTo>
                    <a:cubicBezTo>
                      <a:pt x="1169" y="4653"/>
                      <a:pt x="1190" y="4689"/>
                      <a:pt x="1190" y="4739"/>
                    </a:cubicBezTo>
                    <a:cubicBezTo>
                      <a:pt x="1183" y="4746"/>
                      <a:pt x="1255" y="4818"/>
                      <a:pt x="1284" y="4847"/>
                    </a:cubicBezTo>
                    <a:cubicBezTo>
                      <a:pt x="1320" y="4898"/>
                      <a:pt x="1356" y="4963"/>
                      <a:pt x="1378" y="5028"/>
                    </a:cubicBezTo>
                    <a:cubicBezTo>
                      <a:pt x="1385" y="5064"/>
                      <a:pt x="1385" y="5107"/>
                      <a:pt x="1378" y="5143"/>
                    </a:cubicBezTo>
                    <a:cubicBezTo>
                      <a:pt x="1378" y="5157"/>
                      <a:pt x="1392" y="5193"/>
                      <a:pt x="1399" y="5208"/>
                    </a:cubicBezTo>
                    <a:cubicBezTo>
                      <a:pt x="1385" y="5266"/>
                      <a:pt x="1378" y="5323"/>
                      <a:pt x="1385" y="5388"/>
                    </a:cubicBezTo>
                    <a:cubicBezTo>
                      <a:pt x="1392" y="5431"/>
                      <a:pt x="1327" y="5583"/>
                      <a:pt x="1327" y="5655"/>
                    </a:cubicBezTo>
                    <a:cubicBezTo>
                      <a:pt x="1327" y="5731"/>
                      <a:pt x="1361" y="5821"/>
                      <a:pt x="1376" y="5821"/>
                    </a:cubicBezTo>
                    <a:cubicBezTo>
                      <a:pt x="1377" y="5821"/>
                      <a:pt x="1377" y="5821"/>
                      <a:pt x="1378" y="5821"/>
                    </a:cubicBezTo>
                    <a:cubicBezTo>
                      <a:pt x="1378" y="5821"/>
                      <a:pt x="1378" y="5820"/>
                      <a:pt x="1379" y="5820"/>
                    </a:cubicBezTo>
                    <a:cubicBezTo>
                      <a:pt x="1386" y="5820"/>
                      <a:pt x="1391" y="5886"/>
                      <a:pt x="1378" y="5893"/>
                    </a:cubicBezTo>
                    <a:cubicBezTo>
                      <a:pt x="1356" y="5900"/>
                      <a:pt x="1327" y="5958"/>
                      <a:pt x="1342" y="5965"/>
                    </a:cubicBezTo>
                    <a:cubicBezTo>
                      <a:pt x="1349" y="5965"/>
                      <a:pt x="1342" y="6023"/>
                      <a:pt x="1342" y="6045"/>
                    </a:cubicBezTo>
                    <a:cubicBezTo>
                      <a:pt x="1342" y="6066"/>
                      <a:pt x="1363" y="6218"/>
                      <a:pt x="1363" y="6261"/>
                    </a:cubicBezTo>
                    <a:cubicBezTo>
                      <a:pt x="1385" y="6311"/>
                      <a:pt x="1407" y="6369"/>
                      <a:pt x="1435" y="6420"/>
                    </a:cubicBezTo>
                    <a:cubicBezTo>
                      <a:pt x="1450" y="6448"/>
                      <a:pt x="1457" y="6506"/>
                      <a:pt x="1464" y="6521"/>
                    </a:cubicBezTo>
                    <a:cubicBezTo>
                      <a:pt x="1464" y="6528"/>
                      <a:pt x="1471" y="6528"/>
                      <a:pt x="1471" y="6535"/>
                    </a:cubicBezTo>
                    <a:cubicBezTo>
                      <a:pt x="1493" y="6542"/>
                      <a:pt x="1515" y="6549"/>
                      <a:pt x="1529" y="6564"/>
                    </a:cubicBezTo>
                    <a:cubicBezTo>
                      <a:pt x="1551" y="6567"/>
                      <a:pt x="1572" y="6569"/>
                      <a:pt x="1594" y="6569"/>
                    </a:cubicBezTo>
                    <a:cubicBezTo>
                      <a:pt x="1616" y="6569"/>
                      <a:pt x="1637" y="6567"/>
                      <a:pt x="1659" y="6564"/>
                    </a:cubicBezTo>
                    <a:cubicBezTo>
                      <a:pt x="1681" y="6557"/>
                      <a:pt x="1659" y="6528"/>
                      <a:pt x="1645" y="6521"/>
                    </a:cubicBezTo>
                    <a:cubicBezTo>
                      <a:pt x="1637" y="6506"/>
                      <a:pt x="1623" y="6434"/>
                      <a:pt x="1609" y="6427"/>
                    </a:cubicBezTo>
                    <a:cubicBezTo>
                      <a:pt x="1594" y="6391"/>
                      <a:pt x="1587" y="6355"/>
                      <a:pt x="1601" y="6319"/>
                    </a:cubicBezTo>
                    <a:cubicBezTo>
                      <a:pt x="1616" y="6297"/>
                      <a:pt x="1666" y="6268"/>
                      <a:pt x="1666" y="6254"/>
                    </a:cubicBezTo>
                    <a:cubicBezTo>
                      <a:pt x="1673" y="6232"/>
                      <a:pt x="1673" y="6160"/>
                      <a:pt x="1659" y="6153"/>
                    </a:cubicBezTo>
                    <a:cubicBezTo>
                      <a:pt x="1652" y="6138"/>
                      <a:pt x="1659" y="6052"/>
                      <a:pt x="1659" y="6001"/>
                    </a:cubicBezTo>
                    <a:cubicBezTo>
                      <a:pt x="1652" y="5958"/>
                      <a:pt x="1731" y="5915"/>
                      <a:pt x="1738" y="5886"/>
                    </a:cubicBezTo>
                    <a:cubicBezTo>
                      <a:pt x="1746" y="5850"/>
                      <a:pt x="1839" y="5807"/>
                      <a:pt x="1861" y="5792"/>
                    </a:cubicBezTo>
                    <a:cubicBezTo>
                      <a:pt x="1890" y="5749"/>
                      <a:pt x="1897" y="5698"/>
                      <a:pt x="1890" y="5648"/>
                    </a:cubicBezTo>
                    <a:cubicBezTo>
                      <a:pt x="1883" y="5626"/>
                      <a:pt x="1926" y="5612"/>
                      <a:pt x="1948" y="5612"/>
                    </a:cubicBezTo>
                    <a:cubicBezTo>
                      <a:pt x="1962" y="5605"/>
                      <a:pt x="1984" y="5605"/>
                      <a:pt x="1998" y="5597"/>
                    </a:cubicBezTo>
                    <a:cubicBezTo>
                      <a:pt x="2005" y="5597"/>
                      <a:pt x="2034" y="5554"/>
                      <a:pt x="2041" y="5540"/>
                    </a:cubicBezTo>
                    <a:cubicBezTo>
                      <a:pt x="2056" y="5532"/>
                      <a:pt x="2085" y="5424"/>
                      <a:pt x="2106" y="5403"/>
                    </a:cubicBezTo>
                    <a:cubicBezTo>
                      <a:pt x="2128" y="5374"/>
                      <a:pt x="2149" y="5338"/>
                      <a:pt x="2149" y="5302"/>
                    </a:cubicBezTo>
                    <a:cubicBezTo>
                      <a:pt x="2164" y="5273"/>
                      <a:pt x="2178" y="5237"/>
                      <a:pt x="2200" y="5215"/>
                    </a:cubicBezTo>
                    <a:cubicBezTo>
                      <a:pt x="2236" y="5186"/>
                      <a:pt x="2272" y="5165"/>
                      <a:pt x="2315" y="5150"/>
                    </a:cubicBezTo>
                    <a:cubicBezTo>
                      <a:pt x="2344" y="5085"/>
                      <a:pt x="2359" y="5013"/>
                      <a:pt x="2366" y="4948"/>
                    </a:cubicBezTo>
                    <a:cubicBezTo>
                      <a:pt x="2366" y="4898"/>
                      <a:pt x="2395" y="4826"/>
                      <a:pt x="2395" y="4811"/>
                    </a:cubicBezTo>
                    <a:cubicBezTo>
                      <a:pt x="2402" y="4797"/>
                      <a:pt x="2431" y="4775"/>
                      <a:pt x="2431" y="4775"/>
                    </a:cubicBezTo>
                    <a:cubicBezTo>
                      <a:pt x="2438" y="4768"/>
                      <a:pt x="2460" y="4703"/>
                      <a:pt x="2474" y="4681"/>
                    </a:cubicBezTo>
                    <a:cubicBezTo>
                      <a:pt x="2496" y="4653"/>
                      <a:pt x="2517" y="4624"/>
                      <a:pt x="2539" y="4595"/>
                    </a:cubicBezTo>
                    <a:cubicBezTo>
                      <a:pt x="2539" y="4566"/>
                      <a:pt x="2546" y="4537"/>
                      <a:pt x="2553" y="4515"/>
                    </a:cubicBezTo>
                    <a:lnTo>
                      <a:pt x="2553" y="4422"/>
                    </a:lnTo>
                    <a:cubicBezTo>
                      <a:pt x="2540" y="4381"/>
                      <a:pt x="2495" y="4334"/>
                      <a:pt x="2483" y="4334"/>
                    </a:cubicBezTo>
                    <a:cubicBezTo>
                      <a:pt x="2482" y="4334"/>
                      <a:pt x="2482" y="4335"/>
                      <a:pt x="2481" y="4335"/>
                    </a:cubicBezTo>
                    <a:cubicBezTo>
                      <a:pt x="2480" y="4336"/>
                      <a:pt x="2479" y="4336"/>
                      <a:pt x="2478" y="4336"/>
                    </a:cubicBezTo>
                    <a:cubicBezTo>
                      <a:pt x="2459" y="4336"/>
                      <a:pt x="2407" y="4291"/>
                      <a:pt x="2380" y="4285"/>
                    </a:cubicBezTo>
                    <a:cubicBezTo>
                      <a:pt x="2344" y="4270"/>
                      <a:pt x="2308" y="4270"/>
                      <a:pt x="2265" y="4263"/>
                    </a:cubicBezTo>
                    <a:cubicBezTo>
                      <a:pt x="2250" y="4263"/>
                      <a:pt x="2186" y="4213"/>
                      <a:pt x="2157" y="4205"/>
                    </a:cubicBezTo>
                    <a:cubicBezTo>
                      <a:pt x="2135" y="4198"/>
                      <a:pt x="2063" y="4184"/>
                      <a:pt x="2048" y="4176"/>
                    </a:cubicBezTo>
                    <a:cubicBezTo>
                      <a:pt x="2034" y="4169"/>
                      <a:pt x="2020" y="4061"/>
                      <a:pt x="1962" y="4025"/>
                    </a:cubicBezTo>
                    <a:cubicBezTo>
                      <a:pt x="1897" y="3989"/>
                      <a:pt x="1839" y="3946"/>
                      <a:pt x="1796" y="3888"/>
                    </a:cubicBezTo>
                    <a:cubicBezTo>
                      <a:pt x="1782" y="3859"/>
                      <a:pt x="1673" y="3794"/>
                      <a:pt x="1637" y="3780"/>
                    </a:cubicBezTo>
                    <a:cubicBezTo>
                      <a:pt x="1609" y="3758"/>
                      <a:pt x="1580" y="3758"/>
                      <a:pt x="1551" y="3758"/>
                    </a:cubicBezTo>
                    <a:cubicBezTo>
                      <a:pt x="1550" y="3759"/>
                      <a:pt x="1550" y="3759"/>
                      <a:pt x="1549" y="3759"/>
                    </a:cubicBezTo>
                    <a:cubicBezTo>
                      <a:pt x="1539" y="3759"/>
                      <a:pt x="1499" y="3700"/>
                      <a:pt x="1479" y="3686"/>
                    </a:cubicBezTo>
                    <a:cubicBezTo>
                      <a:pt x="1465" y="3672"/>
                      <a:pt x="1432" y="3661"/>
                      <a:pt x="1411" y="3661"/>
                    </a:cubicBezTo>
                    <a:cubicBezTo>
                      <a:pt x="1400" y="3661"/>
                      <a:pt x="1392" y="3664"/>
                      <a:pt x="1392" y="3672"/>
                    </a:cubicBezTo>
                    <a:cubicBezTo>
                      <a:pt x="1392" y="3677"/>
                      <a:pt x="1385" y="3679"/>
                      <a:pt x="1375" y="3679"/>
                    </a:cubicBezTo>
                    <a:cubicBezTo>
                      <a:pt x="1360" y="3679"/>
                      <a:pt x="1339" y="3673"/>
                      <a:pt x="1334" y="3664"/>
                    </a:cubicBezTo>
                    <a:cubicBezTo>
                      <a:pt x="1330" y="3660"/>
                      <a:pt x="1324" y="3658"/>
                      <a:pt x="1318" y="3658"/>
                    </a:cubicBezTo>
                    <a:cubicBezTo>
                      <a:pt x="1304" y="3658"/>
                      <a:pt x="1287" y="3667"/>
                      <a:pt x="1277" y="3672"/>
                    </a:cubicBezTo>
                    <a:cubicBezTo>
                      <a:pt x="1255" y="3679"/>
                      <a:pt x="1205" y="3765"/>
                      <a:pt x="1183" y="3780"/>
                    </a:cubicBezTo>
                    <a:cubicBezTo>
                      <a:pt x="1178" y="3785"/>
                      <a:pt x="1172" y="3787"/>
                      <a:pt x="1167" y="3787"/>
                    </a:cubicBezTo>
                    <a:cubicBezTo>
                      <a:pt x="1146" y="3787"/>
                      <a:pt x="1122" y="3764"/>
                      <a:pt x="1111" y="3758"/>
                    </a:cubicBezTo>
                    <a:cubicBezTo>
                      <a:pt x="1104" y="3757"/>
                      <a:pt x="1098" y="3756"/>
                      <a:pt x="1092" y="3756"/>
                    </a:cubicBezTo>
                    <a:cubicBezTo>
                      <a:pt x="1064" y="3756"/>
                      <a:pt x="1041" y="3768"/>
                      <a:pt x="1017" y="3780"/>
                    </a:cubicBezTo>
                    <a:cubicBezTo>
                      <a:pt x="1016" y="3781"/>
                      <a:pt x="1015" y="3781"/>
                      <a:pt x="1014" y="3781"/>
                    </a:cubicBezTo>
                    <a:cubicBezTo>
                      <a:pt x="998" y="3781"/>
                      <a:pt x="960" y="3683"/>
                      <a:pt x="967" y="3643"/>
                    </a:cubicBezTo>
                    <a:cubicBezTo>
                      <a:pt x="981" y="3599"/>
                      <a:pt x="931" y="3506"/>
                      <a:pt x="887" y="3506"/>
                    </a:cubicBezTo>
                    <a:cubicBezTo>
                      <a:pt x="851" y="3506"/>
                      <a:pt x="837" y="3412"/>
                      <a:pt x="844" y="3376"/>
                    </a:cubicBezTo>
                    <a:cubicBezTo>
                      <a:pt x="851" y="3340"/>
                      <a:pt x="779" y="3318"/>
                      <a:pt x="757" y="3311"/>
                    </a:cubicBezTo>
                    <a:cubicBezTo>
                      <a:pt x="736" y="3311"/>
                      <a:pt x="685" y="3361"/>
                      <a:pt x="678" y="3383"/>
                    </a:cubicBezTo>
                    <a:cubicBezTo>
                      <a:pt x="677" y="3388"/>
                      <a:pt x="671" y="3391"/>
                      <a:pt x="661" y="3391"/>
                    </a:cubicBezTo>
                    <a:cubicBezTo>
                      <a:pt x="617" y="3391"/>
                      <a:pt x="502" y="3336"/>
                      <a:pt x="519" y="3246"/>
                    </a:cubicBezTo>
                    <a:cubicBezTo>
                      <a:pt x="534" y="3160"/>
                      <a:pt x="577" y="3080"/>
                      <a:pt x="642" y="3022"/>
                    </a:cubicBezTo>
                    <a:cubicBezTo>
                      <a:pt x="673" y="3014"/>
                      <a:pt x="707" y="3007"/>
                      <a:pt x="741" y="3007"/>
                    </a:cubicBezTo>
                    <a:cubicBezTo>
                      <a:pt x="761" y="3007"/>
                      <a:pt x="781" y="3010"/>
                      <a:pt x="801" y="3015"/>
                    </a:cubicBezTo>
                    <a:cubicBezTo>
                      <a:pt x="807" y="3018"/>
                      <a:pt x="814" y="3020"/>
                      <a:pt x="821" y="3020"/>
                    </a:cubicBezTo>
                    <a:cubicBezTo>
                      <a:pt x="832" y="3020"/>
                      <a:pt x="843" y="3017"/>
                      <a:pt x="851" y="3008"/>
                    </a:cubicBezTo>
                    <a:cubicBezTo>
                      <a:pt x="863" y="3006"/>
                      <a:pt x="874" y="3005"/>
                      <a:pt x="886" y="3005"/>
                    </a:cubicBezTo>
                    <a:cubicBezTo>
                      <a:pt x="917" y="3005"/>
                      <a:pt x="947" y="3012"/>
                      <a:pt x="974" y="3022"/>
                    </a:cubicBezTo>
                    <a:cubicBezTo>
                      <a:pt x="1003" y="3030"/>
                      <a:pt x="1046" y="3138"/>
                      <a:pt x="1075" y="3152"/>
                    </a:cubicBezTo>
                    <a:cubicBezTo>
                      <a:pt x="1077" y="3153"/>
                      <a:pt x="1079" y="3154"/>
                      <a:pt x="1081" y="3154"/>
                    </a:cubicBezTo>
                    <a:cubicBezTo>
                      <a:pt x="1105" y="3154"/>
                      <a:pt x="1111" y="3079"/>
                      <a:pt x="1118" y="3059"/>
                    </a:cubicBezTo>
                    <a:cubicBezTo>
                      <a:pt x="1111" y="3030"/>
                      <a:pt x="1104" y="3001"/>
                      <a:pt x="1096" y="2979"/>
                    </a:cubicBezTo>
                    <a:cubicBezTo>
                      <a:pt x="1104" y="2914"/>
                      <a:pt x="1140" y="2857"/>
                      <a:pt x="1183" y="2813"/>
                    </a:cubicBezTo>
                    <a:cubicBezTo>
                      <a:pt x="1226" y="2784"/>
                      <a:pt x="1255" y="2748"/>
                      <a:pt x="1270" y="2705"/>
                    </a:cubicBezTo>
                    <a:cubicBezTo>
                      <a:pt x="1270" y="2691"/>
                      <a:pt x="1306" y="2684"/>
                      <a:pt x="1313" y="2676"/>
                    </a:cubicBezTo>
                    <a:cubicBezTo>
                      <a:pt x="1327" y="2669"/>
                      <a:pt x="1313" y="2568"/>
                      <a:pt x="1327" y="2546"/>
                    </a:cubicBezTo>
                    <a:cubicBezTo>
                      <a:pt x="1363" y="2510"/>
                      <a:pt x="1407" y="2482"/>
                      <a:pt x="1450" y="2460"/>
                    </a:cubicBezTo>
                    <a:cubicBezTo>
                      <a:pt x="1479" y="2438"/>
                      <a:pt x="1493" y="2409"/>
                      <a:pt x="1486" y="2373"/>
                    </a:cubicBezTo>
                    <a:cubicBezTo>
                      <a:pt x="1479" y="2359"/>
                      <a:pt x="1551" y="2294"/>
                      <a:pt x="1594" y="2280"/>
                    </a:cubicBezTo>
                    <a:cubicBezTo>
                      <a:pt x="1599" y="2278"/>
                      <a:pt x="1604" y="2277"/>
                      <a:pt x="1609" y="2277"/>
                    </a:cubicBezTo>
                    <a:cubicBezTo>
                      <a:pt x="1640" y="2277"/>
                      <a:pt x="1665" y="2308"/>
                      <a:pt x="1659" y="2308"/>
                    </a:cubicBezTo>
                    <a:cubicBezTo>
                      <a:pt x="1666" y="2308"/>
                      <a:pt x="1717" y="2280"/>
                      <a:pt x="1738" y="2265"/>
                    </a:cubicBezTo>
                    <a:cubicBezTo>
                      <a:pt x="1767" y="2251"/>
                      <a:pt x="1738" y="2200"/>
                      <a:pt x="1724" y="2179"/>
                    </a:cubicBezTo>
                    <a:cubicBezTo>
                      <a:pt x="1709" y="2164"/>
                      <a:pt x="1717" y="2114"/>
                      <a:pt x="1738" y="2107"/>
                    </a:cubicBezTo>
                    <a:cubicBezTo>
                      <a:pt x="1760" y="2099"/>
                      <a:pt x="1774" y="2049"/>
                      <a:pt x="1774" y="2042"/>
                    </a:cubicBezTo>
                    <a:cubicBezTo>
                      <a:pt x="1772" y="2037"/>
                      <a:pt x="1781" y="2036"/>
                      <a:pt x="1795" y="2036"/>
                    </a:cubicBezTo>
                    <a:cubicBezTo>
                      <a:pt x="1802" y="2036"/>
                      <a:pt x="1810" y="2036"/>
                      <a:pt x="1819" y="2036"/>
                    </a:cubicBezTo>
                    <a:cubicBezTo>
                      <a:pt x="1847" y="2036"/>
                      <a:pt x="1879" y="2034"/>
                      <a:pt x="1897" y="2020"/>
                    </a:cubicBezTo>
                    <a:cubicBezTo>
                      <a:pt x="1900" y="2018"/>
                      <a:pt x="1903" y="2017"/>
                      <a:pt x="1905" y="2017"/>
                    </a:cubicBezTo>
                    <a:cubicBezTo>
                      <a:pt x="1921" y="2017"/>
                      <a:pt x="1901" y="2089"/>
                      <a:pt x="1875" y="2121"/>
                    </a:cubicBezTo>
                    <a:cubicBezTo>
                      <a:pt x="1861" y="2150"/>
                      <a:pt x="1883" y="2186"/>
                      <a:pt x="1911" y="2186"/>
                    </a:cubicBezTo>
                    <a:cubicBezTo>
                      <a:pt x="1914" y="2185"/>
                      <a:pt x="1917" y="2184"/>
                      <a:pt x="1920" y="2184"/>
                    </a:cubicBezTo>
                    <a:cubicBezTo>
                      <a:pt x="1937" y="2184"/>
                      <a:pt x="1948" y="2202"/>
                      <a:pt x="1948" y="2215"/>
                    </a:cubicBezTo>
                    <a:cubicBezTo>
                      <a:pt x="1949" y="2216"/>
                      <a:pt x="1950" y="2216"/>
                      <a:pt x="1953" y="2216"/>
                    </a:cubicBezTo>
                    <a:cubicBezTo>
                      <a:pt x="1961" y="2216"/>
                      <a:pt x="1978" y="2210"/>
                      <a:pt x="1993" y="2210"/>
                    </a:cubicBezTo>
                    <a:cubicBezTo>
                      <a:pt x="2000" y="2210"/>
                      <a:pt x="2007" y="2211"/>
                      <a:pt x="2012" y="2215"/>
                    </a:cubicBezTo>
                    <a:cubicBezTo>
                      <a:pt x="2014" y="2215"/>
                      <a:pt x="2016" y="2216"/>
                      <a:pt x="2017" y="2216"/>
                    </a:cubicBezTo>
                    <a:cubicBezTo>
                      <a:pt x="2036" y="2216"/>
                      <a:pt x="2048" y="2178"/>
                      <a:pt x="2048" y="2164"/>
                    </a:cubicBezTo>
                    <a:cubicBezTo>
                      <a:pt x="2056" y="2143"/>
                      <a:pt x="1998" y="2099"/>
                      <a:pt x="1984" y="2078"/>
                    </a:cubicBezTo>
                    <a:cubicBezTo>
                      <a:pt x="1976" y="2020"/>
                      <a:pt x="1976" y="1955"/>
                      <a:pt x="1976" y="1890"/>
                    </a:cubicBezTo>
                    <a:cubicBezTo>
                      <a:pt x="1976" y="1871"/>
                      <a:pt x="1943" y="1830"/>
                      <a:pt x="1930" y="1830"/>
                    </a:cubicBezTo>
                    <a:cubicBezTo>
                      <a:pt x="1928" y="1830"/>
                      <a:pt x="1927" y="1831"/>
                      <a:pt x="1926" y="1832"/>
                    </a:cubicBezTo>
                    <a:cubicBezTo>
                      <a:pt x="1925" y="1833"/>
                      <a:pt x="1925" y="1833"/>
                      <a:pt x="1924" y="1833"/>
                    </a:cubicBezTo>
                    <a:cubicBezTo>
                      <a:pt x="1910" y="1833"/>
                      <a:pt x="1889" y="1759"/>
                      <a:pt x="1868" y="1739"/>
                    </a:cubicBezTo>
                    <a:cubicBezTo>
                      <a:pt x="1854" y="1724"/>
                      <a:pt x="1847" y="1695"/>
                      <a:pt x="1847" y="1674"/>
                    </a:cubicBezTo>
                    <a:cubicBezTo>
                      <a:pt x="1847" y="1659"/>
                      <a:pt x="1782" y="1587"/>
                      <a:pt x="1760" y="1558"/>
                    </a:cubicBezTo>
                    <a:cubicBezTo>
                      <a:pt x="1752" y="1541"/>
                      <a:pt x="1741" y="1534"/>
                      <a:pt x="1733" y="1534"/>
                    </a:cubicBezTo>
                    <a:cubicBezTo>
                      <a:pt x="1728" y="1534"/>
                      <a:pt x="1724" y="1538"/>
                      <a:pt x="1724" y="1544"/>
                    </a:cubicBezTo>
                    <a:cubicBezTo>
                      <a:pt x="1724" y="1555"/>
                      <a:pt x="1697" y="1561"/>
                      <a:pt x="1677" y="1561"/>
                    </a:cubicBezTo>
                    <a:cubicBezTo>
                      <a:pt x="1669" y="1561"/>
                      <a:pt x="1663" y="1560"/>
                      <a:pt x="1659" y="1558"/>
                    </a:cubicBezTo>
                    <a:cubicBezTo>
                      <a:pt x="1637" y="1558"/>
                      <a:pt x="1623" y="1486"/>
                      <a:pt x="1623" y="1457"/>
                    </a:cubicBezTo>
                    <a:cubicBezTo>
                      <a:pt x="1623" y="1436"/>
                      <a:pt x="1536" y="1429"/>
                      <a:pt x="1522" y="1407"/>
                    </a:cubicBezTo>
                    <a:cubicBezTo>
                      <a:pt x="1508" y="1385"/>
                      <a:pt x="1457" y="1392"/>
                      <a:pt x="1443" y="1378"/>
                    </a:cubicBezTo>
                    <a:cubicBezTo>
                      <a:pt x="1431" y="1366"/>
                      <a:pt x="1414" y="1355"/>
                      <a:pt x="1393" y="1355"/>
                    </a:cubicBezTo>
                    <a:cubicBezTo>
                      <a:pt x="1388" y="1355"/>
                      <a:pt x="1383" y="1355"/>
                      <a:pt x="1378" y="1356"/>
                    </a:cubicBezTo>
                    <a:cubicBezTo>
                      <a:pt x="1371" y="1356"/>
                      <a:pt x="1371" y="1558"/>
                      <a:pt x="1363" y="1609"/>
                    </a:cubicBezTo>
                    <a:cubicBezTo>
                      <a:pt x="1356" y="1667"/>
                      <a:pt x="1306" y="1710"/>
                      <a:pt x="1291" y="1710"/>
                    </a:cubicBezTo>
                    <a:cubicBezTo>
                      <a:pt x="1277" y="1710"/>
                      <a:pt x="1284" y="1746"/>
                      <a:pt x="1298" y="1746"/>
                    </a:cubicBezTo>
                    <a:cubicBezTo>
                      <a:pt x="1299" y="1746"/>
                      <a:pt x="1299" y="1745"/>
                      <a:pt x="1299" y="1745"/>
                    </a:cubicBezTo>
                    <a:lnTo>
                      <a:pt x="1299" y="1745"/>
                    </a:lnTo>
                    <a:cubicBezTo>
                      <a:pt x="1301" y="1745"/>
                      <a:pt x="1262" y="1805"/>
                      <a:pt x="1262" y="1840"/>
                    </a:cubicBezTo>
                    <a:cubicBezTo>
                      <a:pt x="1260" y="1853"/>
                      <a:pt x="1255" y="1858"/>
                      <a:pt x="1248" y="1858"/>
                    </a:cubicBezTo>
                    <a:cubicBezTo>
                      <a:pt x="1233" y="1858"/>
                      <a:pt x="1210" y="1829"/>
                      <a:pt x="1205" y="1804"/>
                    </a:cubicBezTo>
                    <a:cubicBezTo>
                      <a:pt x="1198" y="1772"/>
                      <a:pt x="1170" y="1729"/>
                      <a:pt x="1158" y="1729"/>
                    </a:cubicBezTo>
                    <a:cubicBezTo>
                      <a:pt x="1156" y="1729"/>
                      <a:pt x="1155" y="1730"/>
                      <a:pt x="1154" y="1731"/>
                    </a:cubicBezTo>
                    <a:cubicBezTo>
                      <a:pt x="1153" y="1734"/>
                      <a:pt x="1150" y="1736"/>
                      <a:pt x="1147" y="1736"/>
                    </a:cubicBezTo>
                    <a:cubicBezTo>
                      <a:pt x="1137" y="1736"/>
                      <a:pt x="1121" y="1723"/>
                      <a:pt x="1109" y="1723"/>
                    </a:cubicBezTo>
                    <a:cubicBezTo>
                      <a:pt x="1107" y="1723"/>
                      <a:pt x="1105" y="1723"/>
                      <a:pt x="1104" y="1724"/>
                    </a:cubicBezTo>
                    <a:cubicBezTo>
                      <a:pt x="1103" y="1725"/>
                      <a:pt x="1101" y="1725"/>
                      <a:pt x="1100" y="1725"/>
                    </a:cubicBezTo>
                    <a:cubicBezTo>
                      <a:pt x="1079" y="1725"/>
                      <a:pt x="1008" y="1680"/>
                      <a:pt x="988" y="1659"/>
                    </a:cubicBezTo>
                    <a:cubicBezTo>
                      <a:pt x="959" y="1645"/>
                      <a:pt x="938" y="1551"/>
                      <a:pt x="916" y="1544"/>
                    </a:cubicBezTo>
                    <a:cubicBezTo>
                      <a:pt x="902" y="1537"/>
                      <a:pt x="916" y="1522"/>
                      <a:pt x="916" y="1508"/>
                    </a:cubicBezTo>
                    <a:cubicBezTo>
                      <a:pt x="916" y="1493"/>
                      <a:pt x="981" y="1443"/>
                      <a:pt x="995" y="1421"/>
                    </a:cubicBezTo>
                    <a:cubicBezTo>
                      <a:pt x="1032" y="1378"/>
                      <a:pt x="1068" y="1335"/>
                      <a:pt x="1104" y="1292"/>
                    </a:cubicBezTo>
                    <a:cubicBezTo>
                      <a:pt x="1133" y="1277"/>
                      <a:pt x="1147" y="1248"/>
                      <a:pt x="1147" y="1219"/>
                    </a:cubicBezTo>
                    <a:cubicBezTo>
                      <a:pt x="1197" y="1198"/>
                      <a:pt x="1241" y="1176"/>
                      <a:pt x="1291" y="1162"/>
                    </a:cubicBezTo>
                    <a:cubicBezTo>
                      <a:pt x="1320" y="1154"/>
                      <a:pt x="1349" y="1061"/>
                      <a:pt x="1356" y="1039"/>
                    </a:cubicBezTo>
                    <a:cubicBezTo>
                      <a:pt x="1356" y="1010"/>
                      <a:pt x="1342" y="981"/>
                      <a:pt x="1320" y="960"/>
                    </a:cubicBezTo>
                    <a:cubicBezTo>
                      <a:pt x="1313" y="956"/>
                      <a:pt x="1324" y="954"/>
                      <a:pt x="1339" y="954"/>
                    </a:cubicBezTo>
                    <a:cubicBezTo>
                      <a:pt x="1354" y="954"/>
                      <a:pt x="1374" y="956"/>
                      <a:pt x="1385" y="960"/>
                    </a:cubicBezTo>
                    <a:cubicBezTo>
                      <a:pt x="1387" y="961"/>
                      <a:pt x="1389" y="961"/>
                      <a:pt x="1392" y="961"/>
                    </a:cubicBezTo>
                    <a:cubicBezTo>
                      <a:pt x="1409" y="961"/>
                      <a:pt x="1444" y="948"/>
                      <a:pt x="1468" y="948"/>
                    </a:cubicBezTo>
                    <a:cubicBezTo>
                      <a:pt x="1475" y="948"/>
                      <a:pt x="1481" y="950"/>
                      <a:pt x="1486" y="953"/>
                    </a:cubicBezTo>
                    <a:cubicBezTo>
                      <a:pt x="1515" y="967"/>
                      <a:pt x="1558" y="996"/>
                      <a:pt x="1594" y="1017"/>
                    </a:cubicBezTo>
                    <a:lnTo>
                      <a:pt x="1587" y="1082"/>
                    </a:lnTo>
                    <a:lnTo>
                      <a:pt x="1572" y="1191"/>
                    </a:lnTo>
                    <a:cubicBezTo>
                      <a:pt x="1479" y="1227"/>
                      <a:pt x="1457" y="1292"/>
                      <a:pt x="1486" y="1292"/>
                    </a:cubicBezTo>
                    <a:cubicBezTo>
                      <a:pt x="1565" y="1313"/>
                      <a:pt x="1637" y="1342"/>
                      <a:pt x="1702" y="1385"/>
                    </a:cubicBezTo>
                    <a:cubicBezTo>
                      <a:pt x="1709" y="1390"/>
                      <a:pt x="1716" y="1392"/>
                      <a:pt x="1721" y="1392"/>
                    </a:cubicBezTo>
                    <a:cubicBezTo>
                      <a:pt x="1750" y="1392"/>
                      <a:pt x="1762" y="1337"/>
                      <a:pt x="1774" y="1313"/>
                    </a:cubicBezTo>
                    <a:cubicBezTo>
                      <a:pt x="1782" y="1284"/>
                      <a:pt x="1782" y="1241"/>
                      <a:pt x="1774" y="1212"/>
                    </a:cubicBezTo>
                    <a:cubicBezTo>
                      <a:pt x="1767" y="1205"/>
                      <a:pt x="1778" y="1201"/>
                      <a:pt x="1792" y="1201"/>
                    </a:cubicBezTo>
                    <a:cubicBezTo>
                      <a:pt x="1807" y="1201"/>
                      <a:pt x="1825" y="1205"/>
                      <a:pt x="1832" y="1212"/>
                    </a:cubicBezTo>
                    <a:cubicBezTo>
                      <a:pt x="1836" y="1215"/>
                      <a:pt x="1840" y="1216"/>
                      <a:pt x="1844" y="1216"/>
                    </a:cubicBezTo>
                    <a:cubicBezTo>
                      <a:pt x="1859" y="1216"/>
                      <a:pt x="1871" y="1196"/>
                      <a:pt x="1883" y="1191"/>
                    </a:cubicBezTo>
                    <a:cubicBezTo>
                      <a:pt x="1897" y="1191"/>
                      <a:pt x="1904" y="1126"/>
                      <a:pt x="1911" y="1118"/>
                    </a:cubicBezTo>
                    <a:cubicBezTo>
                      <a:pt x="1919" y="1104"/>
                      <a:pt x="1883" y="1090"/>
                      <a:pt x="1883" y="1075"/>
                    </a:cubicBezTo>
                    <a:cubicBezTo>
                      <a:pt x="1875" y="1061"/>
                      <a:pt x="1810" y="1032"/>
                      <a:pt x="1789" y="1025"/>
                    </a:cubicBezTo>
                    <a:cubicBezTo>
                      <a:pt x="1767" y="1010"/>
                      <a:pt x="1760" y="967"/>
                      <a:pt x="1774" y="960"/>
                    </a:cubicBezTo>
                    <a:cubicBezTo>
                      <a:pt x="1782" y="953"/>
                      <a:pt x="1767" y="895"/>
                      <a:pt x="1753" y="873"/>
                    </a:cubicBezTo>
                    <a:cubicBezTo>
                      <a:pt x="1746" y="859"/>
                      <a:pt x="1673" y="837"/>
                      <a:pt x="1652" y="837"/>
                    </a:cubicBezTo>
                    <a:cubicBezTo>
                      <a:pt x="1630" y="837"/>
                      <a:pt x="1609" y="787"/>
                      <a:pt x="1594" y="779"/>
                    </a:cubicBezTo>
                    <a:cubicBezTo>
                      <a:pt x="1569" y="771"/>
                      <a:pt x="1546" y="767"/>
                      <a:pt x="1523" y="767"/>
                    </a:cubicBezTo>
                    <a:cubicBezTo>
                      <a:pt x="1506" y="767"/>
                      <a:pt x="1489" y="769"/>
                      <a:pt x="1471" y="772"/>
                    </a:cubicBezTo>
                    <a:cubicBezTo>
                      <a:pt x="1453" y="772"/>
                      <a:pt x="1419" y="725"/>
                      <a:pt x="1386" y="725"/>
                    </a:cubicBezTo>
                    <a:cubicBezTo>
                      <a:pt x="1381" y="725"/>
                      <a:pt x="1376" y="726"/>
                      <a:pt x="1371" y="729"/>
                    </a:cubicBezTo>
                    <a:cubicBezTo>
                      <a:pt x="1364" y="733"/>
                      <a:pt x="1358" y="734"/>
                      <a:pt x="1352" y="734"/>
                    </a:cubicBezTo>
                    <a:cubicBezTo>
                      <a:pt x="1323" y="734"/>
                      <a:pt x="1296" y="699"/>
                      <a:pt x="1284" y="693"/>
                    </a:cubicBezTo>
                    <a:cubicBezTo>
                      <a:pt x="1283" y="693"/>
                      <a:pt x="1282" y="692"/>
                      <a:pt x="1281" y="692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8" name="Google Shape;303;p4">
              <a:extLst>
                <a:ext uri="{FF2B5EF4-FFF2-40B4-BE49-F238E27FC236}">
                  <a16:creationId xmlns:a16="http://schemas.microsoft.com/office/drawing/2014/main" id="{583F684C-A1D8-7D5A-D8A8-7D2F6D820083}"/>
                </a:ext>
              </a:extLst>
            </p:cNvPr>
            <p:cNvSpPr/>
            <p:nvPr/>
          </p:nvSpPr>
          <p:spPr>
            <a:xfrm>
              <a:off x="2140388" y="3043500"/>
              <a:ext cx="388677" cy="377707"/>
            </a:xfrm>
            <a:custGeom>
              <a:avLst/>
              <a:gdLst/>
              <a:ahLst/>
              <a:cxnLst/>
              <a:rect l="l" t="t" r="r" b="b"/>
              <a:pathLst>
                <a:path w="7653" h="7437" extrusionOk="0">
                  <a:moveTo>
                    <a:pt x="6238" y="0"/>
                  </a:moveTo>
                  <a:cubicBezTo>
                    <a:pt x="5910" y="0"/>
                    <a:pt x="5531" y="75"/>
                    <a:pt x="5114" y="224"/>
                  </a:cubicBezTo>
                  <a:lnTo>
                    <a:pt x="5078" y="238"/>
                  </a:lnTo>
                  <a:lnTo>
                    <a:pt x="5135" y="253"/>
                  </a:lnTo>
                  <a:cubicBezTo>
                    <a:pt x="5541" y="105"/>
                    <a:pt x="5909" y="31"/>
                    <a:pt x="6228" y="31"/>
                  </a:cubicBezTo>
                  <a:cubicBezTo>
                    <a:pt x="6625" y="31"/>
                    <a:pt x="6946" y="144"/>
                    <a:pt x="7169" y="368"/>
                  </a:cubicBezTo>
                  <a:cubicBezTo>
                    <a:pt x="7573" y="772"/>
                    <a:pt x="7609" y="1493"/>
                    <a:pt x="7285" y="2409"/>
                  </a:cubicBezTo>
                  <a:cubicBezTo>
                    <a:pt x="6946" y="3340"/>
                    <a:pt x="6261" y="4357"/>
                    <a:pt x="5359" y="5258"/>
                  </a:cubicBezTo>
                  <a:cubicBezTo>
                    <a:pt x="4457" y="6160"/>
                    <a:pt x="3448" y="6845"/>
                    <a:pt x="2510" y="7177"/>
                  </a:cubicBezTo>
                  <a:cubicBezTo>
                    <a:pt x="2097" y="7326"/>
                    <a:pt x="1723" y="7401"/>
                    <a:pt x="1401" y="7401"/>
                  </a:cubicBezTo>
                  <a:cubicBezTo>
                    <a:pt x="1008" y="7401"/>
                    <a:pt x="691" y="7290"/>
                    <a:pt x="469" y="7068"/>
                  </a:cubicBezTo>
                  <a:cubicBezTo>
                    <a:pt x="116" y="6715"/>
                    <a:pt x="43" y="6095"/>
                    <a:pt x="260" y="5330"/>
                  </a:cubicBezTo>
                  <a:cubicBezTo>
                    <a:pt x="253" y="5316"/>
                    <a:pt x="245" y="5287"/>
                    <a:pt x="238" y="5265"/>
                  </a:cubicBezTo>
                  <a:lnTo>
                    <a:pt x="238" y="5265"/>
                  </a:lnTo>
                  <a:cubicBezTo>
                    <a:pt x="0" y="6073"/>
                    <a:pt x="72" y="6722"/>
                    <a:pt x="440" y="7090"/>
                  </a:cubicBezTo>
                  <a:cubicBezTo>
                    <a:pt x="671" y="7321"/>
                    <a:pt x="1003" y="7436"/>
                    <a:pt x="1407" y="7436"/>
                  </a:cubicBezTo>
                  <a:cubicBezTo>
                    <a:pt x="1789" y="7422"/>
                    <a:pt x="2164" y="7350"/>
                    <a:pt x="2524" y="7213"/>
                  </a:cubicBezTo>
                  <a:cubicBezTo>
                    <a:pt x="3462" y="6874"/>
                    <a:pt x="4479" y="6188"/>
                    <a:pt x="5381" y="5280"/>
                  </a:cubicBezTo>
                  <a:cubicBezTo>
                    <a:pt x="6282" y="4378"/>
                    <a:pt x="6975" y="3361"/>
                    <a:pt x="7314" y="2424"/>
                  </a:cubicBezTo>
                  <a:cubicBezTo>
                    <a:pt x="7652" y="1479"/>
                    <a:pt x="7609" y="758"/>
                    <a:pt x="7198" y="339"/>
                  </a:cubicBezTo>
                  <a:cubicBezTo>
                    <a:pt x="6968" y="113"/>
                    <a:pt x="6641" y="0"/>
                    <a:pt x="623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304;p4">
              <a:extLst>
                <a:ext uri="{FF2B5EF4-FFF2-40B4-BE49-F238E27FC236}">
                  <a16:creationId xmlns:a16="http://schemas.microsoft.com/office/drawing/2014/main" id="{C4FBC649-FF08-4BF7-6B10-6AB525FEA86E}"/>
                </a:ext>
              </a:extLst>
            </p:cNvPr>
            <p:cNvSpPr/>
            <p:nvPr/>
          </p:nvSpPr>
          <p:spPr>
            <a:xfrm rot="5400000">
              <a:off x="2166579" y="3051828"/>
              <a:ext cx="388677" cy="377707"/>
            </a:xfrm>
            <a:custGeom>
              <a:avLst/>
              <a:gdLst/>
              <a:ahLst/>
              <a:cxnLst/>
              <a:rect l="l" t="t" r="r" b="b"/>
              <a:pathLst>
                <a:path w="7653" h="7437" extrusionOk="0">
                  <a:moveTo>
                    <a:pt x="6238" y="0"/>
                  </a:moveTo>
                  <a:cubicBezTo>
                    <a:pt x="5910" y="0"/>
                    <a:pt x="5531" y="75"/>
                    <a:pt x="5114" y="224"/>
                  </a:cubicBezTo>
                  <a:lnTo>
                    <a:pt x="5078" y="238"/>
                  </a:lnTo>
                  <a:lnTo>
                    <a:pt x="5135" y="253"/>
                  </a:lnTo>
                  <a:cubicBezTo>
                    <a:pt x="5541" y="105"/>
                    <a:pt x="5909" y="31"/>
                    <a:pt x="6228" y="31"/>
                  </a:cubicBezTo>
                  <a:cubicBezTo>
                    <a:pt x="6625" y="31"/>
                    <a:pt x="6946" y="144"/>
                    <a:pt x="7169" y="368"/>
                  </a:cubicBezTo>
                  <a:cubicBezTo>
                    <a:pt x="7573" y="772"/>
                    <a:pt x="7609" y="1493"/>
                    <a:pt x="7285" y="2409"/>
                  </a:cubicBezTo>
                  <a:cubicBezTo>
                    <a:pt x="6946" y="3340"/>
                    <a:pt x="6261" y="4357"/>
                    <a:pt x="5359" y="5258"/>
                  </a:cubicBezTo>
                  <a:cubicBezTo>
                    <a:pt x="4457" y="6160"/>
                    <a:pt x="3448" y="6845"/>
                    <a:pt x="2510" y="7177"/>
                  </a:cubicBezTo>
                  <a:cubicBezTo>
                    <a:pt x="2097" y="7326"/>
                    <a:pt x="1723" y="7401"/>
                    <a:pt x="1401" y="7401"/>
                  </a:cubicBezTo>
                  <a:cubicBezTo>
                    <a:pt x="1008" y="7401"/>
                    <a:pt x="691" y="7290"/>
                    <a:pt x="469" y="7068"/>
                  </a:cubicBezTo>
                  <a:cubicBezTo>
                    <a:pt x="116" y="6715"/>
                    <a:pt x="43" y="6095"/>
                    <a:pt x="260" y="5330"/>
                  </a:cubicBezTo>
                  <a:cubicBezTo>
                    <a:pt x="253" y="5316"/>
                    <a:pt x="245" y="5287"/>
                    <a:pt x="238" y="5265"/>
                  </a:cubicBezTo>
                  <a:lnTo>
                    <a:pt x="238" y="5265"/>
                  </a:lnTo>
                  <a:cubicBezTo>
                    <a:pt x="0" y="6073"/>
                    <a:pt x="72" y="6722"/>
                    <a:pt x="440" y="7090"/>
                  </a:cubicBezTo>
                  <a:cubicBezTo>
                    <a:pt x="671" y="7321"/>
                    <a:pt x="1003" y="7436"/>
                    <a:pt x="1407" y="7436"/>
                  </a:cubicBezTo>
                  <a:cubicBezTo>
                    <a:pt x="1789" y="7422"/>
                    <a:pt x="2164" y="7350"/>
                    <a:pt x="2524" y="7213"/>
                  </a:cubicBezTo>
                  <a:cubicBezTo>
                    <a:pt x="3462" y="6874"/>
                    <a:pt x="4479" y="6188"/>
                    <a:pt x="5381" y="5280"/>
                  </a:cubicBezTo>
                  <a:cubicBezTo>
                    <a:pt x="6282" y="4378"/>
                    <a:pt x="6975" y="3361"/>
                    <a:pt x="7314" y="2424"/>
                  </a:cubicBezTo>
                  <a:cubicBezTo>
                    <a:pt x="7652" y="1479"/>
                    <a:pt x="7609" y="758"/>
                    <a:pt x="7198" y="339"/>
                  </a:cubicBezTo>
                  <a:cubicBezTo>
                    <a:pt x="6968" y="113"/>
                    <a:pt x="6641" y="0"/>
                    <a:pt x="6238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EB54A55C-DDF8-461C-10D9-BD2622EE9529}"/>
              </a:ext>
            </a:extLst>
          </p:cNvPr>
          <p:cNvGrpSpPr/>
          <p:nvPr/>
        </p:nvGrpSpPr>
        <p:grpSpPr>
          <a:xfrm>
            <a:off x="3529796" y="7359472"/>
            <a:ext cx="619163" cy="591819"/>
            <a:chOff x="6346059" y="7231531"/>
            <a:chExt cx="605436" cy="601628"/>
          </a:xfrm>
          <a:solidFill>
            <a:schemeClr val="tx1">
              <a:lumMod val="65000"/>
            </a:schemeClr>
          </a:solidFill>
        </p:grpSpPr>
        <p:grpSp>
          <p:nvGrpSpPr>
            <p:cNvPr id="571" name="Google Shape;294;p4">
              <a:extLst>
                <a:ext uri="{FF2B5EF4-FFF2-40B4-BE49-F238E27FC236}">
                  <a16:creationId xmlns:a16="http://schemas.microsoft.com/office/drawing/2014/main" id="{CCA82D16-46DA-DCBD-9C47-F57ED594F713}"/>
                </a:ext>
              </a:extLst>
            </p:cNvPr>
            <p:cNvGrpSpPr/>
            <p:nvPr/>
          </p:nvGrpSpPr>
          <p:grpSpPr>
            <a:xfrm>
              <a:off x="6346059" y="7231531"/>
              <a:ext cx="605436" cy="601628"/>
              <a:chOff x="3109461" y="1973520"/>
              <a:chExt cx="348257" cy="346188"/>
            </a:xfrm>
            <a:grpFill/>
          </p:grpSpPr>
          <p:grpSp>
            <p:nvGrpSpPr>
              <p:cNvPr id="572" name="Google Shape;295;p4">
                <a:extLst>
                  <a:ext uri="{FF2B5EF4-FFF2-40B4-BE49-F238E27FC236}">
                    <a16:creationId xmlns:a16="http://schemas.microsoft.com/office/drawing/2014/main" id="{D4B51242-C757-B0E5-9548-B00EB4B13861}"/>
                  </a:ext>
                </a:extLst>
              </p:cNvPr>
              <p:cNvGrpSpPr/>
              <p:nvPr/>
            </p:nvGrpSpPr>
            <p:grpSpPr>
              <a:xfrm>
                <a:off x="3109461" y="1973520"/>
                <a:ext cx="347906" cy="346188"/>
                <a:chOff x="3109461" y="1973520"/>
                <a:chExt cx="347906" cy="346188"/>
              </a:xfrm>
              <a:grpFill/>
            </p:grpSpPr>
            <p:sp>
              <p:nvSpPr>
                <p:cNvPr id="574" name="Google Shape;296;p4">
                  <a:extLst>
                    <a:ext uri="{FF2B5EF4-FFF2-40B4-BE49-F238E27FC236}">
                      <a16:creationId xmlns:a16="http://schemas.microsoft.com/office/drawing/2014/main" id="{3561CA29-BDAA-7505-2D1C-72975734D8F9}"/>
                    </a:ext>
                  </a:extLst>
                </p:cNvPr>
                <p:cNvSpPr/>
                <p:nvPr/>
              </p:nvSpPr>
              <p:spPr>
                <a:xfrm>
                  <a:off x="3109461" y="1973520"/>
                  <a:ext cx="347906" cy="346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1" h="10877" extrusionOk="0">
                      <a:moveTo>
                        <a:pt x="4203" y="6323"/>
                      </a:moveTo>
                      <a:cubicBezTo>
                        <a:pt x="4322" y="6454"/>
                        <a:pt x="4465" y="6609"/>
                        <a:pt x="4620" y="6740"/>
                      </a:cubicBezTo>
                      <a:lnTo>
                        <a:pt x="4024" y="7335"/>
                      </a:lnTo>
                      <a:lnTo>
                        <a:pt x="3977" y="7287"/>
                      </a:lnTo>
                      <a:lnTo>
                        <a:pt x="3632" y="6942"/>
                      </a:lnTo>
                      <a:lnTo>
                        <a:pt x="3584" y="6906"/>
                      </a:lnTo>
                      <a:lnTo>
                        <a:pt x="4203" y="6323"/>
                      </a:lnTo>
                      <a:close/>
                      <a:moveTo>
                        <a:pt x="3239" y="7123"/>
                      </a:moveTo>
                      <a:cubicBezTo>
                        <a:pt x="3307" y="7123"/>
                        <a:pt x="3376" y="7150"/>
                        <a:pt x="3429" y="7204"/>
                      </a:cubicBezTo>
                      <a:lnTo>
                        <a:pt x="3763" y="7537"/>
                      </a:lnTo>
                      <a:cubicBezTo>
                        <a:pt x="3858" y="7632"/>
                        <a:pt x="3858" y="7799"/>
                        <a:pt x="3751" y="7894"/>
                      </a:cubicBezTo>
                      <a:lnTo>
                        <a:pt x="3560" y="8097"/>
                      </a:lnTo>
                      <a:lnTo>
                        <a:pt x="2858" y="7394"/>
                      </a:lnTo>
                      <a:lnTo>
                        <a:pt x="3048" y="7204"/>
                      </a:lnTo>
                      <a:cubicBezTo>
                        <a:pt x="3102" y="7150"/>
                        <a:pt x="3170" y="7123"/>
                        <a:pt x="3239" y="7123"/>
                      </a:cubicBezTo>
                      <a:close/>
                      <a:moveTo>
                        <a:pt x="2631" y="7597"/>
                      </a:moveTo>
                      <a:lnTo>
                        <a:pt x="3334" y="8299"/>
                      </a:lnTo>
                      <a:lnTo>
                        <a:pt x="1167" y="10478"/>
                      </a:lnTo>
                      <a:cubicBezTo>
                        <a:pt x="1113" y="10526"/>
                        <a:pt x="1045" y="10550"/>
                        <a:pt x="976" y="10550"/>
                      </a:cubicBezTo>
                      <a:cubicBezTo>
                        <a:pt x="908" y="10550"/>
                        <a:pt x="840" y="10526"/>
                        <a:pt x="786" y="10478"/>
                      </a:cubicBezTo>
                      <a:lnTo>
                        <a:pt x="453" y="10133"/>
                      </a:lnTo>
                      <a:cubicBezTo>
                        <a:pt x="357" y="10038"/>
                        <a:pt x="357" y="9883"/>
                        <a:pt x="465" y="9776"/>
                      </a:cubicBezTo>
                      <a:lnTo>
                        <a:pt x="2631" y="7597"/>
                      </a:lnTo>
                      <a:close/>
                      <a:moveTo>
                        <a:pt x="7120" y="1"/>
                      </a:moveTo>
                      <a:cubicBezTo>
                        <a:pt x="3989" y="1"/>
                        <a:pt x="2191" y="3537"/>
                        <a:pt x="4001" y="6073"/>
                      </a:cubicBezTo>
                      <a:lnTo>
                        <a:pt x="3274" y="6799"/>
                      </a:lnTo>
                      <a:cubicBezTo>
                        <a:pt x="3249" y="6796"/>
                        <a:pt x="3223" y="6794"/>
                        <a:pt x="3198" y="6794"/>
                      </a:cubicBezTo>
                      <a:cubicBezTo>
                        <a:pt x="3049" y="6794"/>
                        <a:pt x="2912" y="6854"/>
                        <a:pt x="2810" y="6966"/>
                      </a:cubicBezTo>
                      <a:lnTo>
                        <a:pt x="226" y="9549"/>
                      </a:lnTo>
                      <a:cubicBezTo>
                        <a:pt x="0" y="9776"/>
                        <a:pt x="0" y="10145"/>
                        <a:pt x="226" y="10371"/>
                      </a:cubicBezTo>
                      <a:lnTo>
                        <a:pt x="572" y="10716"/>
                      </a:lnTo>
                      <a:cubicBezTo>
                        <a:pt x="679" y="10823"/>
                        <a:pt x="828" y="10877"/>
                        <a:pt x="976" y="10877"/>
                      </a:cubicBezTo>
                      <a:cubicBezTo>
                        <a:pt x="1125" y="10877"/>
                        <a:pt x="1274" y="10823"/>
                        <a:pt x="1381" y="10716"/>
                      </a:cubicBezTo>
                      <a:lnTo>
                        <a:pt x="3655" y="8430"/>
                      </a:lnTo>
                      <a:lnTo>
                        <a:pt x="3977" y="8121"/>
                      </a:lnTo>
                      <a:cubicBezTo>
                        <a:pt x="4096" y="8002"/>
                        <a:pt x="4155" y="7835"/>
                        <a:pt x="4144" y="7656"/>
                      </a:cubicBezTo>
                      <a:lnTo>
                        <a:pt x="4870" y="6930"/>
                      </a:lnTo>
                      <a:cubicBezTo>
                        <a:pt x="5406" y="7323"/>
                        <a:pt x="6037" y="7573"/>
                        <a:pt x="6715" y="7632"/>
                      </a:cubicBezTo>
                      <a:lnTo>
                        <a:pt x="6727" y="7632"/>
                      </a:lnTo>
                      <a:cubicBezTo>
                        <a:pt x="6799" y="7632"/>
                        <a:pt x="6882" y="7573"/>
                        <a:pt x="6894" y="7478"/>
                      </a:cubicBezTo>
                      <a:cubicBezTo>
                        <a:pt x="6906" y="7394"/>
                        <a:pt x="6834" y="7323"/>
                        <a:pt x="6739" y="7299"/>
                      </a:cubicBezTo>
                      <a:cubicBezTo>
                        <a:pt x="6037" y="7228"/>
                        <a:pt x="5406" y="6966"/>
                        <a:pt x="4882" y="6549"/>
                      </a:cubicBezTo>
                      <a:cubicBezTo>
                        <a:pt x="2298" y="4465"/>
                        <a:pt x="3822" y="310"/>
                        <a:pt x="7096" y="310"/>
                      </a:cubicBezTo>
                      <a:cubicBezTo>
                        <a:pt x="8942" y="310"/>
                        <a:pt x="10418" y="1703"/>
                        <a:pt x="10597" y="3465"/>
                      </a:cubicBezTo>
                      <a:cubicBezTo>
                        <a:pt x="10609" y="3549"/>
                        <a:pt x="10692" y="3608"/>
                        <a:pt x="10775" y="3608"/>
                      </a:cubicBezTo>
                      <a:cubicBezTo>
                        <a:pt x="10871" y="3596"/>
                        <a:pt x="10930" y="3525"/>
                        <a:pt x="10930" y="3430"/>
                      </a:cubicBezTo>
                      <a:cubicBezTo>
                        <a:pt x="10728" y="1525"/>
                        <a:pt x="9120" y="1"/>
                        <a:pt x="7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75" name="Google Shape;297;p4">
                  <a:extLst>
                    <a:ext uri="{FF2B5EF4-FFF2-40B4-BE49-F238E27FC236}">
                      <a16:creationId xmlns:a16="http://schemas.microsoft.com/office/drawing/2014/main" id="{54DCA174-A530-10DF-88DF-AAB4232996F9}"/>
                    </a:ext>
                  </a:extLst>
                </p:cNvPr>
                <p:cNvSpPr/>
                <p:nvPr/>
              </p:nvSpPr>
              <p:spPr>
                <a:xfrm>
                  <a:off x="3226555" y="1995799"/>
                  <a:ext cx="208820" cy="199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1" h="6266" extrusionOk="0">
                      <a:moveTo>
                        <a:pt x="3441" y="336"/>
                      </a:moveTo>
                      <a:cubicBezTo>
                        <a:pt x="4989" y="336"/>
                        <a:pt x="6251" y="1587"/>
                        <a:pt x="6251" y="3146"/>
                      </a:cubicBezTo>
                      <a:cubicBezTo>
                        <a:pt x="6251" y="4694"/>
                        <a:pt x="4989" y="5944"/>
                        <a:pt x="3441" y="5944"/>
                      </a:cubicBezTo>
                      <a:cubicBezTo>
                        <a:pt x="2727" y="5944"/>
                        <a:pt x="1989" y="5682"/>
                        <a:pt x="1441" y="5135"/>
                      </a:cubicBezTo>
                      <a:cubicBezTo>
                        <a:pt x="345" y="4027"/>
                        <a:pt x="345" y="2241"/>
                        <a:pt x="1441" y="1158"/>
                      </a:cubicBezTo>
                      <a:cubicBezTo>
                        <a:pt x="1989" y="598"/>
                        <a:pt x="2703" y="336"/>
                        <a:pt x="3441" y="336"/>
                      </a:cubicBezTo>
                      <a:close/>
                      <a:moveTo>
                        <a:pt x="3428" y="0"/>
                      </a:moveTo>
                      <a:cubicBezTo>
                        <a:pt x="2628" y="0"/>
                        <a:pt x="1828" y="307"/>
                        <a:pt x="1215" y="920"/>
                      </a:cubicBezTo>
                      <a:cubicBezTo>
                        <a:pt x="0" y="2134"/>
                        <a:pt x="0" y="4123"/>
                        <a:pt x="1215" y="5337"/>
                      </a:cubicBezTo>
                      <a:cubicBezTo>
                        <a:pt x="1822" y="5944"/>
                        <a:pt x="2631" y="6266"/>
                        <a:pt x="3429" y="6266"/>
                      </a:cubicBezTo>
                      <a:cubicBezTo>
                        <a:pt x="5144" y="6266"/>
                        <a:pt x="6561" y="4873"/>
                        <a:pt x="6561" y="3134"/>
                      </a:cubicBezTo>
                      <a:cubicBezTo>
                        <a:pt x="6561" y="2301"/>
                        <a:pt x="6227" y="1515"/>
                        <a:pt x="5632" y="920"/>
                      </a:cubicBezTo>
                      <a:cubicBezTo>
                        <a:pt x="5025" y="307"/>
                        <a:pt x="4227" y="0"/>
                        <a:pt x="34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73" name="Google Shape;298;p4">
                <a:extLst>
                  <a:ext uri="{FF2B5EF4-FFF2-40B4-BE49-F238E27FC236}">
                    <a16:creationId xmlns:a16="http://schemas.microsoft.com/office/drawing/2014/main" id="{9AE20AE6-AECB-8F28-D5C4-BA17E3031232}"/>
                  </a:ext>
                </a:extLst>
              </p:cNvPr>
              <p:cNvSpPr/>
              <p:nvPr/>
            </p:nvSpPr>
            <p:spPr>
              <a:xfrm>
                <a:off x="3342121" y="2102230"/>
                <a:ext cx="115597" cy="114993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613" extrusionOk="0">
                    <a:moveTo>
                      <a:pt x="3433" y="0"/>
                    </a:moveTo>
                    <a:cubicBezTo>
                      <a:pt x="3361" y="0"/>
                      <a:pt x="3297" y="65"/>
                      <a:pt x="3287" y="148"/>
                    </a:cubicBezTo>
                    <a:cubicBezTo>
                      <a:pt x="3120" y="1803"/>
                      <a:pt x="1810" y="3112"/>
                      <a:pt x="143" y="3291"/>
                    </a:cubicBezTo>
                    <a:cubicBezTo>
                      <a:pt x="60" y="3303"/>
                      <a:pt x="1" y="3374"/>
                      <a:pt x="1" y="3469"/>
                    </a:cubicBezTo>
                    <a:cubicBezTo>
                      <a:pt x="13" y="3553"/>
                      <a:pt x="72" y="3612"/>
                      <a:pt x="167" y="3612"/>
                    </a:cubicBezTo>
                    <a:lnTo>
                      <a:pt x="179" y="3612"/>
                    </a:lnTo>
                    <a:cubicBezTo>
                      <a:pt x="1989" y="3422"/>
                      <a:pt x="3442" y="1993"/>
                      <a:pt x="3620" y="183"/>
                    </a:cubicBezTo>
                    <a:cubicBezTo>
                      <a:pt x="3632" y="88"/>
                      <a:pt x="3561" y="17"/>
                      <a:pt x="3465" y="5"/>
                    </a:cubicBezTo>
                    <a:cubicBezTo>
                      <a:pt x="3454" y="2"/>
                      <a:pt x="3443" y="0"/>
                      <a:pt x="34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6" name="Google Shape;375;p4">
              <a:extLst>
                <a:ext uri="{FF2B5EF4-FFF2-40B4-BE49-F238E27FC236}">
                  <a16:creationId xmlns:a16="http://schemas.microsoft.com/office/drawing/2014/main" id="{B17C08CC-0D17-B4B4-DF37-878DC901D9CF}"/>
                </a:ext>
              </a:extLst>
            </p:cNvPr>
            <p:cNvSpPr/>
            <p:nvPr/>
          </p:nvSpPr>
          <p:spPr>
            <a:xfrm rot="8391835">
              <a:off x="6716352" y="7271939"/>
              <a:ext cx="68362" cy="330371"/>
            </a:xfrm>
            <a:custGeom>
              <a:avLst/>
              <a:gdLst/>
              <a:ahLst/>
              <a:cxnLst/>
              <a:rect l="l" t="t" r="r" b="b"/>
              <a:pathLst>
                <a:path w="2799" h="11514" extrusionOk="0">
                  <a:moveTo>
                    <a:pt x="1382" y="1751"/>
                  </a:moveTo>
                  <a:cubicBezTo>
                    <a:pt x="1667" y="1917"/>
                    <a:pt x="1929" y="2084"/>
                    <a:pt x="2132" y="2275"/>
                  </a:cubicBezTo>
                  <a:lnTo>
                    <a:pt x="620" y="2275"/>
                  </a:lnTo>
                  <a:cubicBezTo>
                    <a:pt x="822" y="2084"/>
                    <a:pt x="1084" y="1917"/>
                    <a:pt x="1382" y="1751"/>
                  </a:cubicBezTo>
                  <a:close/>
                  <a:moveTo>
                    <a:pt x="2370" y="2620"/>
                  </a:moveTo>
                  <a:cubicBezTo>
                    <a:pt x="2465" y="2822"/>
                    <a:pt x="2489" y="3048"/>
                    <a:pt x="2382" y="3298"/>
                  </a:cubicBezTo>
                  <a:lnTo>
                    <a:pt x="381" y="3298"/>
                  </a:lnTo>
                  <a:cubicBezTo>
                    <a:pt x="298" y="3084"/>
                    <a:pt x="286" y="2858"/>
                    <a:pt x="381" y="2620"/>
                  </a:cubicBezTo>
                  <a:close/>
                  <a:moveTo>
                    <a:pt x="2144" y="3644"/>
                  </a:moveTo>
                  <a:cubicBezTo>
                    <a:pt x="1953" y="3834"/>
                    <a:pt x="1679" y="4001"/>
                    <a:pt x="1382" y="4168"/>
                  </a:cubicBezTo>
                  <a:cubicBezTo>
                    <a:pt x="1096" y="4001"/>
                    <a:pt x="822" y="3834"/>
                    <a:pt x="620" y="3644"/>
                  </a:cubicBezTo>
                  <a:close/>
                  <a:moveTo>
                    <a:pt x="2441" y="5918"/>
                  </a:moveTo>
                  <a:cubicBezTo>
                    <a:pt x="2334" y="6394"/>
                    <a:pt x="1893" y="6680"/>
                    <a:pt x="1382" y="6966"/>
                  </a:cubicBezTo>
                  <a:cubicBezTo>
                    <a:pt x="881" y="6680"/>
                    <a:pt x="429" y="6394"/>
                    <a:pt x="346" y="5918"/>
                  </a:cubicBezTo>
                  <a:close/>
                  <a:moveTo>
                    <a:pt x="1382" y="7347"/>
                  </a:moveTo>
                  <a:cubicBezTo>
                    <a:pt x="1679" y="7513"/>
                    <a:pt x="1953" y="7680"/>
                    <a:pt x="2144" y="7870"/>
                  </a:cubicBezTo>
                  <a:lnTo>
                    <a:pt x="620" y="7870"/>
                  </a:lnTo>
                  <a:cubicBezTo>
                    <a:pt x="822" y="7680"/>
                    <a:pt x="1096" y="7513"/>
                    <a:pt x="1382" y="7347"/>
                  </a:cubicBezTo>
                  <a:close/>
                  <a:moveTo>
                    <a:pt x="2394" y="8216"/>
                  </a:moveTo>
                  <a:cubicBezTo>
                    <a:pt x="2489" y="8454"/>
                    <a:pt x="2489" y="8680"/>
                    <a:pt x="2382" y="8894"/>
                  </a:cubicBezTo>
                  <a:lnTo>
                    <a:pt x="405" y="8894"/>
                  </a:lnTo>
                  <a:cubicBezTo>
                    <a:pt x="298" y="8656"/>
                    <a:pt x="298" y="8442"/>
                    <a:pt x="405" y="8216"/>
                  </a:cubicBezTo>
                  <a:close/>
                  <a:moveTo>
                    <a:pt x="2132" y="9240"/>
                  </a:moveTo>
                  <a:cubicBezTo>
                    <a:pt x="1929" y="9430"/>
                    <a:pt x="1667" y="9597"/>
                    <a:pt x="1382" y="9764"/>
                  </a:cubicBezTo>
                  <a:cubicBezTo>
                    <a:pt x="1096" y="9597"/>
                    <a:pt x="834" y="9430"/>
                    <a:pt x="620" y="9240"/>
                  </a:cubicBez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846"/>
                    <a:pt x="524" y="1251"/>
                    <a:pt x="1072" y="1560"/>
                  </a:cubicBezTo>
                  <a:cubicBezTo>
                    <a:pt x="500" y="1894"/>
                    <a:pt x="0" y="2310"/>
                    <a:pt x="0" y="2965"/>
                  </a:cubicBezTo>
                  <a:cubicBezTo>
                    <a:pt x="0" y="3644"/>
                    <a:pt x="524" y="4049"/>
                    <a:pt x="1072" y="4358"/>
                  </a:cubicBezTo>
                  <a:cubicBezTo>
                    <a:pt x="524" y="4668"/>
                    <a:pt x="0" y="5072"/>
                    <a:pt x="0" y="5763"/>
                  </a:cubicBezTo>
                  <a:cubicBezTo>
                    <a:pt x="0" y="6442"/>
                    <a:pt x="524" y="6847"/>
                    <a:pt x="1072" y="7156"/>
                  </a:cubicBezTo>
                  <a:cubicBezTo>
                    <a:pt x="524" y="7466"/>
                    <a:pt x="0" y="7870"/>
                    <a:pt x="0" y="8549"/>
                  </a:cubicBezTo>
                  <a:cubicBezTo>
                    <a:pt x="0" y="8799"/>
                    <a:pt x="72" y="9002"/>
                    <a:pt x="179" y="9180"/>
                  </a:cubicBezTo>
                  <a:cubicBezTo>
                    <a:pt x="227" y="9240"/>
                    <a:pt x="322" y="9525"/>
                    <a:pt x="1072" y="9954"/>
                  </a:cubicBezTo>
                  <a:cubicBezTo>
                    <a:pt x="524" y="10264"/>
                    <a:pt x="0" y="10668"/>
                    <a:pt x="0" y="11359"/>
                  </a:cubicBezTo>
                  <a:cubicBezTo>
                    <a:pt x="0" y="11442"/>
                    <a:pt x="72" y="11514"/>
                    <a:pt x="167" y="11514"/>
                  </a:cubicBezTo>
                  <a:cubicBezTo>
                    <a:pt x="250" y="11514"/>
                    <a:pt x="322" y="11442"/>
                    <a:pt x="322" y="11359"/>
                  </a:cubicBezTo>
                  <a:cubicBezTo>
                    <a:pt x="322" y="10776"/>
                    <a:pt x="834" y="10466"/>
                    <a:pt x="1393" y="10145"/>
                  </a:cubicBezTo>
                  <a:cubicBezTo>
                    <a:pt x="1965" y="10466"/>
                    <a:pt x="2465" y="10776"/>
                    <a:pt x="2465" y="11359"/>
                  </a:cubicBezTo>
                  <a:cubicBezTo>
                    <a:pt x="2465" y="11442"/>
                    <a:pt x="2548" y="11514"/>
                    <a:pt x="2632" y="11514"/>
                  </a:cubicBezTo>
                  <a:cubicBezTo>
                    <a:pt x="2727" y="11514"/>
                    <a:pt x="2798" y="11442"/>
                    <a:pt x="2798" y="11359"/>
                  </a:cubicBezTo>
                  <a:cubicBezTo>
                    <a:pt x="2798" y="10668"/>
                    <a:pt x="2274" y="10264"/>
                    <a:pt x="1727" y="9954"/>
                  </a:cubicBezTo>
                  <a:cubicBezTo>
                    <a:pt x="2286" y="9633"/>
                    <a:pt x="2798" y="9216"/>
                    <a:pt x="2798" y="8561"/>
                  </a:cubicBezTo>
                  <a:cubicBezTo>
                    <a:pt x="2798" y="7870"/>
                    <a:pt x="2274" y="7466"/>
                    <a:pt x="1727" y="7156"/>
                  </a:cubicBezTo>
                  <a:cubicBezTo>
                    <a:pt x="2274" y="6847"/>
                    <a:pt x="2798" y="6442"/>
                    <a:pt x="2798" y="5763"/>
                  </a:cubicBezTo>
                  <a:cubicBezTo>
                    <a:pt x="2798" y="5608"/>
                    <a:pt x="2763" y="5465"/>
                    <a:pt x="2727" y="5346"/>
                  </a:cubicBezTo>
                  <a:cubicBezTo>
                    <a:pt x="2699" y="5273"/>
                    <a:pt x="2629" y="5227"/>
                    <a:pt x="2560" y="5227"/>
                  </a:cubicBezTo>
                  <a:cubicBezTo>
                    <a:pt x="2539" y="5227"/>
                    <a:pt x="2519" y="5231"/>
                    <a:pt x="2501" y="5239"/>
                  </a:cubicBezTo>
                  <a:cubicBezTo>
                    <a:pt x="2405" y="5263"/>
                    <a:pt x="2370" y="5370"/>
                    <a:pt x="2394" y="5465"/>
                  </a:cubicBezTo>
                  <a:cubicBezTo>
                    <a:pt x="2405" y="5501"/>
                    <a:pt x="2405" y="5549"/>
                    <a:pt x="2405" y="5596"/>
                  </a:cubicBezTo>
                  <a:lnTo>
                    <a:pt x="322" y="5596"/>
                  </a:lnTo>
                  <a:cubicBezTo>
                    <a:pt x="417" y="5132"/>
                    <a:pt x="881" y="4834"/>
                    <a:pt x="1370" y="4549"/>
                  </a:cubicBezTo>
                  <a:cubicBezTo>
                    <a:pt x="1560" y="4656"/>
                    <a:pt x="1774" y="4775"/>
                    <a:pt x="1929" y="4906"/>
                  </a:cubicBezTo>
                  <a:cubicBezTo>
                    <a:pt x="1960" y="4932"/>
                    <a:pt x="1998" y="4944"/>
                    <a:pt x="2035" y="4944"/>
                  </a:cubicBezTo>
                  <a:cubicBezTo>
                    <a:pt x="2084" y="4944"/>
                    <a:pt x="2134" y="4923"/>
                    <a:pt x="2167" y="4882"/>
                  </a:cubicBezTo>
                  <a:cubicBezTo>
                    <a:pt x="2227" y="4811"/>
                    <a:pt x="2215" y="4703"/>
                    <a:pt x="2144" y="4644"/>
                  </a:cubicBezTo>
                  <a:cubicBezTo>
                    <a:pt x="2001" y="4537"/>
                    <a:pt x="1858" y="4453"/>
                    <a:pt x="1703" y="4358"/>
                  </a:cubicBezTo>
                  <a:cubicBezTo>
                    <a:pt x="2263" y="4049"/>
                    <a:pt x="2775" y="3644"/>
                    <a:pt x="2775" y="2965"/>
                  </a:cubicBezTo>
                  <a:cubicBezTo>
                    <a:pt x="2775" y="2727"/>
                    <a:pt x="2703" y="2513"/>
                    <a:pt x="2596" y="2334"/>
                  </a:cubicBezTo>
                  <a:cubicBezTo>
                    <a:pt x="2560" y="2275"/>
                    <a:pt x="2441" y="1989"/>
                    <a:pt x="1703" y="1560"/>
                  </a:cubicBezTo>
                  <a:cubicBezTo>
                    <a:pt x="2263" y="1239"/>
                    <a:pt x="2798" y="846"/>
                    <a:pt x="2798" y="167"/>
                  </a:cubicBezTo>
                  <a:cubicBezTo>
                    <a:pt x="2798" y="72"/>
                    <a:pt x="2727" y="0"/>
                    <a:pt x="2632" y="0"/>
                  </a:cubicBezTo>
                  <a:cubicBezTo>
                    <a:pt x="2548" y="0"/>
                    <a:pt x="2465" y="72"/>
                    <a:pt x="2465" y="167"/>
                  </a:cubicBezTo>
                  <a:cubicBezTo>
                    <a:pt x="2465" y="739"/>
                    <a:pt x="1965" y="1060"/>
                    <a:pt x="1393" y="1370"/>
                  </a:cubicBezTo>
                  <a:cubicBezTo>
                    <a:pt x="834" y="1060"/>
                    <a:pt x="322" y="727"/>
                    <a:pt x="322" y="167"/>
                  </a:cubicBez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6" name="Snip Same Side Corner Rectangle 675">
            <a:extLst>
              <a:ext uri="{FF2B5EF4-FFF2-40B4-BE49-F238E27FC236}">
                <a16:creationId xmlns:a16="http://schemas.microsoft.com/office/drawing/2014/main" id="{179CFEFC-C197-4C67-D0F1-BD675125E52F}"/>
              </a:ext>
            </a:extLst>
          </p:cNvPr>
          <p:cNvSpPr/>
          <p:nvPr/>
        </p:nvSpPr>
        <p:spPr>
          <a:xfrm>
            <a:off x="16689778" y="207627"/>
            <a:ext cx="272716" cy="5120871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E36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5DA7A7-99BA-2E44-9D72-AB024EFA3426}"/>
              </a:ext>
            </a:extLst>
          </p:cNvPr>
          <p:cNvGrpSpPr/>
          <p:nvPr/>
        </p:nvGrpSpPr>
        <p:grpSpPr>
          <a:xfrm>
            <a:off x="1889296" y="1005536"/>
            <a:ext cx="8231250" cy="3756346"/>
            <a:chOff x="1889296" y="1005536"/>
            <a:chExt cx="8231250" cy="3756346"/>
          </a:xfrm>
        </p:grpSpPr>
        <p:pic>
          <p:nvPicPr>
            <p:cNvPr id="38" name="Picture 37" descr="Sunburst chart&#10;&#10;Description automatically generated">
              <a:extLst>
                <a:ext uri="{FF2B5EF4-FFF2-40B4-BE49-F238E27FC236}">
                  <a16:creationId xmlns:a16="http://schemas.microsoft.com/office/drawing/2014/main" id="{50A6EDC8-F13C-A3EC-41B4-78513A7B0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04484" y="1269445"/>
              <a:ext cx="2245614" cy="2245614"/>
            </a:xfrm>
            <a:prstGeom prst="rect">
              <a:avLst/>
            </a:prstGeom>
          </p:spPr>
        </p:pic>
        <p:cxnSp>
          <p:nvCxnSpPr>
            <p:cNvPr id="342" name="Google Shape;247;p4">
              <a:extLst>
                <a:ext uri="{FF2B5EF4-FFF2-40B4-BE49-F238E27FC236}">
                  <a16:creationId xmlns:a16="http://schemas.microsoft.com/office/drawing/2014/main" id="{083ECA33-E955-3581-B60B-0C2B831BAE8E}"/>
                </a:ext>
              </a:extLst>
            </p:cNvPr>
            <p:cNvCxnSpPr/>
            <p:nvPr/>
          </p:nvCxnSpPr>
          <p:spPr>
            <a:xfrm>
              <a:off x="7103040" y="3156434"/>
              <a:ext cx="404776" cy="138957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43" name="Google Shape;248;p4">
              <a:extLst>
                <a:ext uri="{FF2B5EF4-FFF2-40B4-BE49-F238E27FC236}">
                  <a16:creationId xmlns:a16="http://schemas.microsoft.com/office/drawing/2014/main" id="{297BC865-8481-34E9-DBD8-C5ECC6DA82A1}"/>
                </a:ext>
              </a:extLst>
            </p:cNvPr>
            <p:cNvCxnSpPr/>
            <p:nvPr/>
          </p:nvCxnSpPr>
          <p:spPr>
            <a:xfrm flipH="1">
              <a:off x="4410490" y="3152246"/>
              <a:ext cx="391874" cy="153202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44" name="Google Shape;249;p4">
              <a:extLst>
                <a:ext uri="{FF2B5EF4-FFF2-40B4-BE49-F238E27FC236}">
                  <a16:creationId xmlns:a16="http://schemas.microsoft.com/office/drawing/2014/main" id="{772E6D60-7EE0-FC33-C1F8-3227CB965FCB}"/>
                </a:ext>
              </a:extLst>
            </p:cNvPr>
            <p:cNvCxnSpPr/>
            <p:nvPr/>
          </p:nvCxnSpPr>
          <p:spPr>
            <a:xfrm rot="5400000">
              <a:off x="5825747" y="3874771"/>
              <a:ext cx="246467" cy="269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45" name="Google Shape;250;p4">
              <a:extLst>
                <a:ext uri="{FF2B5EF4-FFF2-40B4-BE49-F238E27FC236}">
                  <a16:creationId xmlns:a16="http://schemas.microsoft.com/office/drawing/2014/main" id="{EA3EC9E4-2596-2767-0E81-2598A9CB3833}"/>
                </a:ext>
              </a:extLst>
            </p:cNvPr>
            <p:cNvCxnSpPr/>
            <p:nvPr/>
          </p:nvCxnSpPr>
          <p:spPr>
            <a:xfrm rot="10800000" flipH="1">
              <a:off x="7324126" y="2302177"/>
              <a:ext cx="314198" cy="538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46" name="Google Shape;251;p4">
              <a:extLst>
                <a:ext uri="{FF2B5EF4-FFF2-40B4-BE49-F238E27FC236}">
                  <a16:creationId xmlns:a16="http://schemas.microsoft.com/office/drawing/2014/main" id="{8960C7CD-06F7-19F7-EC7A-000A0EC78E4C}"/>
                </a:ext>
              </a:extLst>
            </p:cNvPr>
            <p:cNvCxnSpPr/>
            <p:nvPr/>
          </p:nvCxnSpPr>
          <p:spPr>
            <a:xfrm rot="10800000">
              <a:off x="4264371" y="2302177"/>
              <a:ext cx="310704" cy="538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538" name="Google Shape;259;p4">
              <a:extLst>
                <a:ext uri="{FF2B5EF4-FFF2-40B4-BE49-F238E27FC236}">
                  <a16:creationId xmlns:a16="http://schemas.microsoft.com/office/drawing/2014/main" id="{AC13A329-884D-5773-F98A-27D10C637F35}"/>
                </a:ext>
              </a:extLst>
            </p:cNvPr>
            <p:cNvSpPr txBox="1"/>
            <p:nvPr/>
          </p:nvSpPr>
          <p:spPr>
            <a:xfrm>
              <a:off x="7514936" y="3094569"/>
              <a:ext cx="2605610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CONSERVATION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39" name="Google Shape;260;p4">
              <a:extLst>
                <a:ext uri="{FF2B5EF4-FFF2-40B4-BE49-F238E27FC236}">
                  <a16:creationId xmlns:a16="http://schemas.microsoft.com/office/drawing/2014/main" id="{1EC8CA83-F821-334E-54E8-A1B0A6169A40}"/>
                </a:ext>
              </a:extLst>
            </p:cNvPr>
            <p:cNvSpPr txBox="1"/>
            <p:nvPr/>
          </p:nvSpPr>
          <p:spPr>
            <a:xfrm>
              <a:off x="4938177" y="3996645"/>
              <a:ext cx="2080645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SPECIES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INTERACTIONS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39" name="Google Shape;259;p4">
              <a:extLst>
                <a:ext uri="{FF2B5EF4-FFF2-40B4-BE49-F238E27FC236}">
                  <a16:creationId xmlns:a16="http://schemas.microsoft.com/office/drawing/2014/main" id="{E9CA3595-492F-717E-E5EC-0EE88052914F}"/>
                </a:ext>
              </a:extLst>
            </p:cNvPr>
            <p:cNvSpPr txBox="1"/>
            <p:nvPr/>
          </p:nvSpPr>
          <p:spPr>
            <a:xfrm>
              <a:off x="7617072" y="2105145"/>
              <a:ext cx="1424926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ECOLOGY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40" name="Google Shape;259;p4">
              <a:extLst>
                <a:ext uri="{FF2B5EF4-FFF2-40B4-BE49-F238E27FC236}">
                  <a16:creationId xmlns:a16="http://schemas.microsoft.com/office/drawing/2014/main" id="{FC345D2A-E9B0-B790-90F9-FEE59E3FFC3B}"/>
                </a:ext>
              </a:extLst>
            </p:cNvPr>
            <p:cNvSpPr txBox="1"/>
            <p:nvPr/>
          </p:nvSpPr>
          <p:spPr>
            <a:xfrm>
              <a:off x="2893925" y="3114989"/>
              <a:ext cx="1562874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GENOMICS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652" name="Group 651">
              <a:extLst>
                <a:ext uri="{FF2B5EF4-FFF2-40B4-BE49-F238E27FC236}">
                  <a16:creationId xmlns:a16="http://schemas.microsoft.com/office/drawing/2014/main" id="{E3752E86-5B38-D8F3-99B8-3BADFF6C040C}"/>
                </a:ext>
              </a:extLst>
            </p:cNvPr>
            <p:cNvGrpSpPr/>
            <p:nvPr/>
          </p:nvGrpSpPr>
          <p:grpSpPr>
            <a:xfrm>
              <a:off x="4568579" y="1005536"/>
              <a:ext cx="2756718" cy="2756718"/>
              <a:chOff x="6536087" y="2745039"/>
              <a:chExt cx="2756718" cy="2756718"/>
            </a:xfrm>
          </p:grpSpPr>
          <p:sp>
            <p:nvSpPr>
              <p:cNvPr id="532" name="Google Shape;63;p4">
                <a:extLst>
                  <a:ext uri="{FF2B5EF4-FFF2-40B4-BE49-F238E27FC236}">
                    <a16:creationId xmlns:a16="http://schemas.microsoft.com/office/drawing/2014/main" id="{5DA59B4D-A97B-BC75-420A-7FCE95C23E9E}"/>
                  </a:ext>
                </a:extLst>
              </p:cNvPr>
              <p:cNvSpPr/>
              <p:nvPr/>
            </p:nvSpPr>
            <p:spPr>
              <a:xfrm rot="10800000">
                <a:off x="7023974" y="3222813"/>
                <a:ext cx="1784759" cy="1784759"/>
              </a:xfrm>
              <a:prstGeom prst="ellipse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1" dirty="0">
                  <a:solidFill>
                    <a:schemeClr val="tx1">
                      <a:lumMod val="65000"/>
                    </a:schemeClr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347" name="Google Shape;252;p4">
                <a:extLst>
                  <a:ext uri="{FF2B5EF4-FFF2-40B4-BE49-F238E27FC236}">
                    <a16:creationId xmlns:a16="http://schemas.microsoft.com/office/drawing/2014/main" id="{57D18163-6CED-36BA-D601-597D6741B4A8}"/>
                  </a:ext>
                </a:extLst>
              </p:cNvPr>
              <p:cNvSpPr/>
              <p:nvPr/>
            </p:nvSpPr>
            <p:spPr>
              <a:xfrm rot="10800000">
                <a:off x="6536087" y="2745039"/>
                <a:ext cx="2756718" cy="2756718"/>
              </a:xfrm>
              <a:custGeom>
                <a:avLst/>
                <a:gdLst/>
                <a:ahLst/>
                <a:cxnLst/>
                <a:rect l="l" t="t" r="r" b="b"/>
                <a:pathLst>
                  <a:path w="82670" h="82670" extrusionOk="0">
                    <a:moveTo>
                      <a:pt x="41343" y="500"/>
                    </a:moveTo>
                    <a:cubicBezTo>
                      <a:pt x="63828" y="500"/>
                      <a:pt x="82170" y="18842"/>
                      <a:pt x="82170" y="41328"/>
                    </a:cubicBezTo>
                    <a:cubicBezTo>
                      <a:pt x="82170" y="63889"/>
                      <a:pt x="63828" y="82155"/>
                      <a:pt x="41343" y="82155"/>
                    </a:cubicBezTo>
                    <a:cubicBezTo>
                      <a:pt x="18842" y="82155"/>
                      <a:pt x="515" y="63889"/>
                      <a:pt x="515" y="41328"/>
                    </a:cubicBezTo>
                    <a:cubicBezTo>
                      <a:pt x="515" y="18842"/>
                      <a:pt x="18842" y="500"/>
                      <a:pt x="41343" y="500"/>
                    </a:cubicBezTo>
                    <a:close/>
                    <a:moveTo>
                      <a:pt x="41343" y="1"/>
                    </a:moveTo>
                    <a:cubicBezTo>
                      <a:pt x="18524" y="1"/>
                      <a:pt x="0" y="18525"/>
                      <a:pt x="0" y="41328"/>
                    </a:cubicBezTo>
                    <a:cubicBezTo>
                      <a:pt x="0" y="64146"/>
                      <a:pt x="18524" y="82669"/>
                      <a:pt x="41343" y="82669"/>
                    </a:cubicBezTo>
                    <a:cubicBezTo>
                      <a:pt x="64146" y="82669"/>
                      <a:pt x="82669" y="64146"/>
                      <a:pt x="82669" y="41328"/>
                    </a:cubicBezTo>
                    <a:cubicBezTo>
                      <a:pt x="82669" y="18525"/>
                      <a:pt x="64146" y="1"/>
                      <a:pt x="41343" y="1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349" name="Google Shape;254;p4">
                <a:extLst>
                  <a:ext uri="{FF2B5EF4-FFF2-40B4-BE49-F238E27FC236}">
                    <a16:creationId xmlns:a16="http://schemas.microsoft.com/office/drawing/2014/main" id="{FA4CBA28-35E5-7164-A465-9D9020FBF73A}"/>
                  </a:ext>
                </a:extLst>
              </p:cNvPr>
              <p:cNvSpPr/>
              <p:nvPr/>
            </p:nvSpPr>
            <p:spPr>
              <a:xfrm rot="10800000">
                <a:off x="6905686" y="3115138"/>
                <a:ext cx="2017003" cy="2017003"/>
              </a:xfrm>
              <a:custGeom>
                <a:avLst/>
                <a:gdLst/>
                <a:ahLst/>
                <a:cxnLst/>
                <a:rect l="l" t="t" r="r" b="b"/>
                <a:pathLst>
                  <a:path w="60487" h="60487" extrusionOk="0">
                    <a:moveTo>
                      <a:pt x="30244" y="515"/>
                    </a:moveTo>
                    <a:cubicBezTo>
                      <a:pt x="46620" y="515"/>
                      <a:pt x="59972" y="13867"/>
                      <a:pt x="59972" y="30244"/>
                    </a:cubicBezTo>
                    <a:cubicBezTo>
                      <a:pt x="59972" y="46635"/>
                      <a:pt x="46620" y="59987"/>
                      <a:pt x="30244" y="59987"/>
                    </a:cubicBezTo>
                    <a:cubicBezTo>
                      <a:pt x="13852" y="59987"/>
                      <a:pt x="500" y="46635"/>
                      <a:pt x="500" y="30244"/>
                    </a:cubicBezTo>
                    <a:cubicBezTo>
                      <a:pt x="500" y="13867"/>
                      <a:pt x="13852" y="515"/>
                      <a:pt x="30244" y="515"/>
                    </a:cubicBezTo>
                    <a:close/>
                    <a:moveTo>
                      <a:pt x="30244" y="1"/>
                    </a:moveTo>
                    <a:cubicBezTo>
                      <a:pt x="13549" y="1"/>
                      <a:pt x="1" y="13610"/>
                      <a:pt x="1" y="30244"/>
                    </a:cubicBezTo>
                    <a:cubicBezTo>
                      <a:pt x="1" y="46938"/>
                      <a:pt x="13549" y="60486"/>
                      <a:pt x="30244" y="60486"/>
                    </a:cubicBezTo>
                    <a:cubicBezTo>
                      <a:pt x="46938" y="60486"/>
                      <a:pt x="60486" y="46938"/>
                      <a:pt x="60486" y="30244"/>
                    </a:cubicBezTo>
                    <a:cubicBezTo>
                      <a:pt x="60486" y="13610"/>
                      <a:pt x="46938" y="1"/>
                      <a:pt x="30244" y="1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643" name="Google Shape;63;p4">
                <a:extLst>
                  <a:ext uri="{FF2B5EF4-FFF2-40B4-BE49-F238E27FC236}">
                    <a16:creationId xmlns:a16="http://schemas.microsoft.com/office/drawing/2014/main" id="{F1492C79-74DD-5DE7-FEE5-7AA5B42CCD3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6725726" y="2934678"/>
                <a:ext cx="2377440" cy="2377440"/>
              </a:xfrm>
              <a:prstGeom prst="ellipse">
                <a:avLst/>
              </a:prstGeom>
              <a:noFill/>
              <a:ln w="762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1" dirty="0">
                  <a:solidFill>
                    <a:schemeClr val="tx1">
                      <a:lumMod val="65000"/>
                    </a:schemeClr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pic>
          <p:nvPicPr>
            <p:cNvPr id="648" name="Picture 64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3B79A93-4DA0-2AB5-0D0F-0E9F4C284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69242" flipH="1">
              <a:off x="4158026" y="3588051"/>
              <a:ext cx="999475" cy="1160681"/>
            </a:xfrm>
            <a:prstGeom prst="rect">
              <a:avLst/>
            </a:prstGeom>
          </p:spPr>
        </p:pic>
        <p:pic>
          <p:nvPicPr>
            <p:cNvPr id="533" name="Google Shape;64;p4">
              <a:extLst>
                <a:ext uri="{FF2B5EF4-FFF2-40B4-BE49-F238E27FC236}">
                  <a16:creationId xmlns:a16="http://schemas.microsoft.com/office/drawing/2014/main" id="{DC81EC3D-1F2E-E917-9C87-A67775F136E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698746" y="1758339"/>
              <a:ext cx="495866" cy="1276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259;p4">
              <a:extLst>
                <a:ext uri="{FF2B5EF4-FFF2-40B4-BE49-F238E27FC236}">
                  <a16:creationId xmlns:a16="http://schemas.microsoft.com/office/drawing/2014/main" id="{D55C7E57-459B-F341-D208-7C02CBF161F6}"/>
                </a:ext>
              </a:extLst>
            </p:cNvPr>
            <p:cNvSpPr txBox="1"/>
            <p:nvPr/>
          </p:nvSpPr>
          <p:spPr>
            <a:xfrm>
              <a:off x="7461112" y="1170199"/>
              <a:ext cx="1703084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latin typeface="Raleway"/>
                  <a:ea typeface="Raleway"/>
                  <a:cs typeface="Raleway"/>
                  <a:sym typeface="Raleway"/>
                </a:rPr>
                <a:t>EVOLUTION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59" name="Google Shape;259;p4">
              <a:extLst>
                <a:ext uri="{FF2B5EF4-FFF2-40B4-BE49-F238E27FC236}">
                  <a16:creationId xmlns:a16="http://schemas.microsoft.com/office/drawing/2014/main" id="{C6496980-58EF-AEBA-B18F-8A2129CF97F4}"/>
                </a:ext>
              </a:extLst>
            </p:cNvPr>
            <p:cNvSpPr txBox="1"/>
            <p:nvPr/>
          </p:nvSpPr>
          <p:spPr>
            <a:xfrm>
              <a:off x="2447926" y="1165318"/>
              <a:ext cx="217439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POP. GENETICS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cxnSp>
          <p:nvCxnSpPr>
            <p:cNvPr id="160" name="Google Shape;247;p4">
              <a:extLst>
                <a:ext uri="{FF2B5EF4-FFF2-40B4-BE49-F238E27FC236}">
                  <a16:creationId xmlns:a16="http://schemas.microsoft.com/office/drawing/2014/main" id="{D076FE05-9848-4591-F939-9928162F0EA5}"/>
                </a:ext>
              </a:extLst>
            </p:cNvPr>
            <p:cNvCxnSpPr>
              <a:cxnSpLocks/>
              <a:endCxn id="158" idx="1"/>
            </p:cNvCxnSpPr>
            <p:nvPr/>
          </p:nvCxnSpPr>
          <p:spPr>
            <a:xfrm flipV="1">
              <a:off x="7088134" y="1370234"/>
              <a:ext cx="372978" cy="261899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165" name="Google Shape;247;p4">
              <a:extLst>
                <a:ext uri="{FF2B5EF4-FFF2-40B4-BE49-F238E27FC236}">
                  <a16:creationId xmlns:a16="http://schemas.microsoft.com/office/drawing/2014/main" id="{25DA49DF-D2B9-90CF-8140-CE724D6E70F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549693" y="1375635"/>
              <a:ext cx="265016" cy="247282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A504444-BAC3-CBB4-ABDE-CBD6E8E4FD06}"/>
                </a:ext>
              </a:extLst>
            </p:cNvPr>
            <p:cNvGrpSpPr/>
            <p:nvPr/>
          </p:nvGrpSpPr>
          <p:grpSpPr>
            <a:xfrm>
              <a:off x="1889296" y="2468944"/>
              <a:ext cx="792183" cy="792183"/>
              <a:chOff x="3629916" y="4166469"/>
              <a:chExt cx="792183" cy="792183"/>
            </a:xfrm>
          </p:grpSpPr>
          <p:pic>
            <p:nvPicPr>
              <p:cNvPr id="44" name="Graphic 43" descr="Monitor outline">
                <a:extLst>
                  <a:ext uri="{FF2B5EF4-FFF2-40B4-BE49-F238E27FC236}">
                    <a16:creationId xmlns:a16="http://schemas.microsoft.com/office/drawing/2014/main" id="{E09C42A2-77CF-34EE-811A-84A7FD15F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29916" y="4166469"/>
                <a:ext cx="792183" cy="792183"/>
              </a:xfrm>
              <a:prstGeom prst="rect">
                <a:avLst/>
              </a:prstGeom>
            </p:spPr>
          </p:pic>
          <p:sp>
            <p:nvSpPr>
              <p:cNvPr id="179" name="Google Shape;375;p4">
                <a:extLst>
                  <a:ext uri="{FF2B5EF4-FFF2-40B4-BE49-F238E27FC236}">
                    <a16:creationId xmlns:a16="http://schemas.microsoft.com/office/drawing/2014/main" id="{4B7EF10C-FC72-7604-184C-D9DC39A65D6F}"/>
                  </a:ext>
                </a:extLst>
              </p:cNvPr>
              <p:cNvSpPr/>
              <p:nvPr/>
            </p:nvSpPr>
            <p:spPr>
              <a:xfrm rot="7219320">
                <a:off x="3933337" y="4220324"/>
                <a:ext cx="155250" cy="577517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11514" extrusionOk="0">
                    <a:moveTo>
                      <a:pt x="1382" y="1751"/>
                    </a:moveTo>
                    <a:cubicBezTo>
                      <a:pt x="1667" y="1917"/>
                      <a:pt x="1929" y="2084"/>
                      <a:pt x="2132" y="2275"/>
                    </a:cubicBezTo>
                    <a:lnTo>
                      <a:pt x="620" y="2275"/>
                    </a:lnTo>
                    <a:cubicBezTo>
                      <a:pt x="822" y="2084"/>
                      <a:pt x="1084" y="1917"/>
                      <a:pt x="1382" y="1751"/>
                    </a:cubicBezTo>
                    <a:close/>
                    <a:moveTo>
                      <a:pt x="2370" y="2620"/>
                    </a:moveTo>
                    <a:cubicBezTo>
                      <a:pt x="2465" y="2822"/>
                      <a:pt x="2489" y="3048"/>
                      <a:pt x="2382" y="3298"/>
                    </a:cubicBezTo>
                    <a:lnTo>
                      <a:pt x="381" y="3298"/>
                    </a:lnTo>
                    <a:cubicBezTo>
                      <a:pt x="298" y="3084"/>
                      <a:pt x="286" y="2858"/>
                      <a:pt x="381" y="2620"/>
                    </a:cubicBezTo>
                    <a:close/>
                    <a:moveTo>
                      <a:pt x="2144" y="3644"/>
                    </a:moveTo>
                    <a:cubicBezTo>
                      <a:pt x="1953" y="3834"/>
                      <a:pt x="1679" y="4001"/>
                      <a:pt x="1382" y="4168"/>
                    </a:cubicBezTo>
                    <a:cubicBezTo>
                      <a:pt x="1096" y="4001"/>
                      <a:pt x="822" y="3834"/>
                      <a:pt x="620" y="3644"/>
                    </a:cubicBezTo>
                    <a:close/>
                    <a:moveTo>
                      <a:pt x="2441" y="5918"/>
                    </a:moveTo>
                    <a:cubicBezTo>
                      <a:pt x="2334" y="6394"/>
                      <a:pt x="1893" y="6680"/>
                      <a:pt x="1382" y="6966"/>
                    </a:cubicBezTo>
                    <a:cubicBezTo>
                      <a:pt x="881" y="6680"/>
                      <a:pt x="429" y="6394"/>
                      <a:pt x="346" y="5918"/>
                    </a:cubicBezTo>
                    <a:close/>
                    <a:moveTo>
                      <a:pt x="1382" y="7347"/>
                    </a:moveTo>
                    <a:cubicBezTo>
                      <a:pt x="1679" y="7513"/>
                      <a:pt x="1953" y="7680"/>
                      <a:pt x="2144" y="7870"/>
                    </a:cubicBezTo>
                    <a:lnTo>
                      <a:pt x="620" y="7870"/>
                    </a:lnTo>
                    <a:cubicBezTo>
                      <a:pt x="822" y="7680"/>
                      <a:pt x="1096" y="7513"/>
                      <a:pt x="1382" y="7347"/>
                    </a:cubicBezTo>
                    <a:close/>
                    <a:moveTo>
                      <a:pt x="2394" y="8216"/>
                    </a:moveTo>
                    <a:cubicBezTo>
                      <a:pt x="2489" y="8454"/>
                      <a:pt x="2489" y="8680"/>
                      <a:pt x="2382" y="8894"/>
                    </a:cubicBezTo>
                    <a:lnTo>
                      <a:pt x="405" y="8894"/>
                    </a:lnTo>
                    <a:cubicBezTo>
                      <a:pt x="298" y="8656"/>
                      <a:pt x="298" y="8442"/>
                      <a:pt x="405" y="8216"/>
                    </a:cubicBezTo>
                    <a:close/>
                    <a:moveTo>
                      <a:pt x="2132" y="9240"/>
                    </a:moveTo>
                    <a:cubicBezTo>
                      <a:pt x="1929" y="9430"/>
                      <a:pt x="1667" y="9597"/>
                      <a:pt x="1382" y="9764"/>
                    </a:cubicBezTo>
                    <a:cubicBezTo>
                      <a:pt x="1096" y="9597"/>
                      <a:pt x="834" y="9430"/>
                      <a:pt x="620" y="9240"/>
                    </a:cubicBez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846"/>
                      <a:pt x="524" y="1251"/>
                      <a:pt x="1072" y="1560"/>
                    </a:cubicBezTo>
                    <a:cubicBezTo>
                      <a:pt x="500" y="1894"/>
                      <a:pt x="0" y="2310"/>
                      <a:pt x="0" y="2965"/>
                    </a:cubicBezTo>
                    <a:cubicBezTo>
                      <a:pt x="0" y="3644"/>
                      <a:pt x="524" y="4049"/>
                      <a:pt x="1072" y="4358"/>
                    </a:cubicBezTo>
                    <a:cubicBezTo>
                      <a:pt x="524" y="4668"/>
                      <a:pt x="0" y="5072"/>
                      <a:pt x="0" y="5763"/>
                    </a:cubicBezTo>
                    <a:cubicBezTo>
                      <a:pt x="0" y="6442"/>
                      <a:pt x="524" y="6847"/>
                      <a:pt x="1072" y="7156"/>
                    </a:cubicBezTo>
                    <a:cubicBezTo>
                      <a:pt x="524" y="7466"/>
                      <a:pt x="0" y="7870"/>
                      <a:pt x="0" y="8549"/>
                    </a:cubicBezTo>
                    <a:cubicBezTo>
                      <a:pt x="0" y="8799"/>
                      <a:pt x="72" y="9002"/>
                      <a:pt x="179" y="9180"/>
                    </a:cubicBezTo>
                    <a:cubicBezTo>
                      <a:pt x="227" y="9240"/>
                      <a:pt x="322" y="9525"/>
                      <a:pt x="1072" y="9954"/>
                    </a:cubicBezTo>
                    <a:cubicBezTo>
                      <a:pt x="524" y="10264"/>
                      <a:pt x="0" y="10668"/>
                      <a:pt x="0" y="11359"/>
                    </a:cubicBezTo>
                    <a:cubicBezTo>
                      <a:pt x="0" y="11442"/>
                      <a:pt x="72" y="11514"/>
                      <a:pt x="167" y="11514"/>
                    </a:cubicBezTo>
                    <a:cubicBezTo>
                      <a:pt x="250" y="11514"/>
                      <a:pt x="322" y="11442"/>
                      <a:pt x="322" y="11359"/>
                    </a:cubicBezTo>
                    <a:cubicBezTo>
                      <a:pt x="322" y="10776"/>
                      <a:pt x="834" y="10466"/>
                      <a:pt x="1393" y="10145"/>
                    </a:cubicBezTo>
                    <a:cubicBezTo>
                      <a:pt x="1965" y="10466"/>
                      <a:pt x="2465" y="10776"/>
                      <a:pt x="2465" y="11359"/>
                    </a:cubicBezTo>
                    <a:cubicBezTo>
                      <a:pt x="2465" y="11442"/>
                      <a:pt x="2548" y="11514"/>
                      <a:pt x="2632" y="11514"/>
                    </a:cubicBezTo>
                    <a:cubicBezTo>
                      <a:pt x="2727" y="11514"/>
                      <a:pt x="2798" y="11442"/>
                      <a:pt x="2798" y="11359"/>
                    </a:cubicBezTo>
                    <a:cubicBezTo>
                      <a:pt x="2798" y="10668"/>
                      <a:pt x="2274" y="10264"/>
                      <a:pt x="1727" y="9954"/>
                    </a:cubicBezTo>
                    <a:cubicBezTo>
                      <a:pt x="2286" y="9633"/>
                      <a:pt x="2798" y="9216"/>
                      <a:pt x="2798" y="8561"/>
                    </a:cubicBezTo>
                    <a:cubicBezTo>
                      <a:pt x="2798" y="7870"/>
                      <a:pt x="2274" y="7466"/>
                      <a:pt x="1727" y="7156"/>
                    </a:cubicBezTo>
                    <a:cubicBezTo>
                      <a:pt x="2274" y="6847"/>
                      <a:pt x="2798" y="6442"/>
                      <a:pt x="2798" y="5763"/>
                    </a:cubicBezTo>
                    <a:cubicBezTo>
                      <a:pt x="2798" y="5608"/>
                      <a:pt x="2763" y="5465"/>
                      <a:pt x="2727" y="5346"/>
                    </a:cubicBezTo>
                    <a:cubicBezTo>
                      <a:pt x="2699" y="5273"/>
                      <a:pt x="2629" y="5227"/>
                      <a:pt x="2560" y="5227"/>
                    </a:cubicBezTo>
                    <a:cubicBezTo>
                      <a:pt x="2539" y="5227"/>
                      <a:pt x="2519" y="5231"/>
                      <a:pt x="2501" y="5239"/>
                    </a:cubicBezTo>
                    <a:cubicBezTo>
                      <a:pt x="2405" y="5263"/>
                      <a:pt x="2370" y="5370"/>
                      <a:pt x="2394" y="5465"/>
                    </a:cubicBezTo>
                    <a:cubicBezTo>
                      <a:pt x="2405" y="5501"/>
                      <a:pt x="2405" y="5549"/>
                      <a:pt x="2405" y="5596"/>
                    </a:cubicBezTo>
                    <a:lnTo>
                      <a:pt x="322" y="5596"/>
                    </a:lnTo>
                    <a:cubicBezTo>
                      <a:pt x="417" y="5132"/>
                      <a:pt x="881" y="4834"/>
                      <a:pt x="1370" y="4549"/>
                    </a:cubicBezTo>
                    <a:cubicBezTo>
                      <a:pt x="1560" y="4656"/>
                      <a:pt x="1774" y="4775"/>
                      <a:pt x="1929" y="4906"/>
                    </a:cubicBezTo>
                    <a:cubicBezTo>
                      <a:pt x="1960" y="4932"/>
                      <a:pt x="1998" y="4944"/>
                      <a:pt x="2035" y="4944"/>
                    </a:cubicBezTo>
                    <a:cubicBezTo>
                      <a:pt x="2084" y="4944"/>
                      <a:pt x="2134" y="4923"/>
                      <a:pt x="2167" y="4882"/>
                    </a:cubicBezTo>
                    <a:cubicBezTo>
                      <a:pt x="2227" y="4811"/>
                      <a:pt x="2215" y="4703"/>
                      <a:pt x="2144" y="4644"/>
                    </a:cubicBezTo>
                    <a:cubicBezTo>
                      <a:pt x="2001" y="4537"/>
                      <a:pt x="1858" y="4453"/>
                      <a:pt x="1703" y="4358"/>
                    </a:cubicBezTo>
                    <a:cubicBezTo>
                      <a:pt x="2263" y="4049"/>
                      <a:pt x="2775" y="3644"/>
                      <a:pt x="2775" y="2965"/>
                    </a:cubicBezTo>
                    <a:cubicBezTo>
                      <a:pt x="2775" y="2727"/>
                      <a:pt x="2703" y="2513"/>
                      <a:pt x="2596" y="2334"/>
                    </a:cubicBezTo>
                    <a:cubicBezTo>
                      <a:pt x="2560" y="2275"/>
                      <a:pt x="2441" y="1989"/>
                      <a:pt x="1703" y="1560"/>
                    </a:cubicBezTo>
                    <a:cubicBezTo>
                      <a:pt x="2263" y="1239"/>
                      <a:pt x="2798" y="846"/>
                      <a:pt x="2798" y="167"/>
                    </a:cubicBezTo>
                    <a:cubicBezTo>
                      <a:pt x="2798" y="72"/>
                      <a:pt x="2727" y="0"/>
                      <a:pt x="2632" y="0"/>
                    </a:cubicBezTo>
                    <a:cubicBezTo>
                      <a:pt x="2548" y="0"/>
                      <a:pt x="2465" y="72"/>
                      <a:pt x="2465" y="167"/>
                    </a:cubicBezTo>
                    <a:cubicBezTo>
                      <a:pt x="2465" y="739"/>
                      <a:pt x="1965" y="1060"/>
                      <a:pt x="1393" y="1370"/>
                    </a:cubicBezTo>
                    <a:cubicBezTo>
                      <a:pt x="834" y="1060"/>
                      <a:pt x="322" y="727"/>
                      <a:pt x="322" y="167"/>
                    </a:cubicBez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" name="Picture 45" descr="A picture containing text, blackboard&#10;&#10;Description automatically generated">
              <a:extLst>
                <a:ext uri="{FF2B5EF4-FFF2-40B4-BE49-F238E27FC236}">
                  <a16:creationId xmlns:a16="http://schemas.microsoft.com/office/drawing/2014/main" id="{4A1411D9-8FE8-68E1-BC48-F590D8DB7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4850" y="1410330"/>
              <a:ext cx="1047818" cy="721775"/>
            </a:xfrm>
            <a:prstGeom prst="rect">
              <a:avLst/>
            </a:prstGeom>
          </p:spPr>
        </p:pic>
        <p:pic>
          <p:nvPicPr>
            <p:cNvPr id="54" name="Picture 53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3699BC87-5EE1-D3B1-4A8D-99BFBA6C5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45783" y="1345935"/>
              <a:ext cx="638969" cy="674271"/>
            </a:xfrm>
            <a:prstGeom prst="rect">
              <a:avLst/>
            </a:prstGeom>
          </p:spPr>
        </p:pic>
        <p:pic>
          <p:nvPicPr>
            <p:cNvPr id="19" name="Graphic 18" descr="Turtle with solid fill">
              <a:extLst>
                <a:ext uri="{FF2B5EF4-FFF2-40B4-BE49-F238E27FC236}">
                  <a16:creationId xmlns:a16="http://schemas.microsoft.com/office/drawing/2014/main" id="{A1D9E0FD-A834-EA83-6CA0-64C7830334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55740" y="2368081"/>
              <a:ext cx="763888" cy="763888"/>
            </a:xfrm>
            <a:prstGeom prst="rect">
              <a:avLst/>
            </a:prstGeom>
          </p:spPr>
        </p:pic>
        <p:pic>
          <p:nvPicPr>
            <p:cNvPr id="21" name="Graphic 20" descr="Earth globe: Americas with solid fill">
              <a:extLst>
                <a:ext uri="{FF2B5EF4-FFF2-40B4-BE49-F238E27FC236}">
                  <a16:creationId xmlns:a16="http://schemas.microsoft.com/office/drawing/2014/main" id="{26C0EB34-0F45-F7F2-886C-3239C8C570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205250" y="3532073"/>
              <a:ext cx="792395" cy="792395"/>
            </a:xfrm>
            <a:prstGeom prst="rect">
              <a:avLst/>
            </a:prstGeom>
          </p:spPr>
        </p:pic>
        <p:sp>
          <p:nvSpPr>
            <p:cNvPr id="4" name="Google Shape;259;p4">
              <a:extLst>
                <a:ext uri="{FF2B5EF4-FFF2-40B4-BE49-F238E27FC236}">
                  <a16:creationId xmlns:a16="http://schemas.microsoft.com/office/drawing/2014/main" id="{3D4F01C3-A3C7-8938-5015-DD918D30EB71}"/>
                </a:ext>
              </a:extLst>
            </p:cNvPr>
            <p:cNvSpPr txBox="1"/>
            <p:nvPr/>
          </p:nvSpPr>
          <p:spPr>
            <a:xfrm>
              <a:off x="1931707" y="2111857"/>
              <a:ext cx="240589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latin typeface="Raleway"/>
                  <a:ea typeface="Raleway"/>
                  <a:cs typeface="Raleway"/>
                  <a:sym typeface="Raleway"/>
                </a:rPr>
                <a:t>BIOINFORMATICS</a:t>
              </a:r>
              <a:endParaRPr sz="2000" b="1" dirty="0"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id="7" name="Graphic 6" descr="DNA with solid fill">
              <a:extLst>
                <a:ext uri="{FF2B5EF4-FFF2-40B4-BE49-F238E27FC236}">
                  <a16:creationId xmlns:a16="http://schemas.microsoft.com/office/drawing/2014/main" id="{F560DA6B-74C5-25EE-346F-B9114F2737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3186456">
              <a:off x="2931954" y="3524492"/>
              <a:ext cx="363114" cy="767798"/>
            </a:xfrm>
            <a:prstGeom prst="rect">
              <a:avLst/>
            </a:prstGeom>
          </p:spPr>
        </p:pic>
        <p:pic>
          <p:nvPicPr>
            <p:cNvPr id="8" name="Graphic 7" descr="DNA with solid fill">
              <a:extLst>
                <a:ext uri="{FF2B5EF4-FFF2-40B4-BE49-F238E27FC236}">
                  <a16:creationId xmlns:a16="http://schemas.microsoft.com/office/drawing/2014/main" id="{01798A69-08CC-54AF-C24B-0BCC6F8F13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3186456">
              <a:off x="3221513" y="3592868"/>
              <a:ext cx="363114" cy="767798"/>
            </a:xfrm>
            <a:prstGeom prst="rect">
              <a:avLst/>
            </a:prstGeom>
          </p:spPr>
        </p:pic>
        <p:pic>
          <p:nvPicPr>
            <p:cNvPr id="11" name="Picture 1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68E6E752-A67C-AD5E-EC59-539008FF3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730758">
              <a:off x="6806455" y="3601201"/>
              <a:ext cx="999475" cy="11606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341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13824-F9A6-A273-60E4-0AAD588A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794D-28CD-934E-9B63-A330D453A2C4}" type="slidenum">
              <a:rPr lang="en-US" smtClean="0"/>
              <a:t>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5FDEC4-EC7B-AF8D-439A-843450930833}"/>
              </a:ext>
            </a:extLst>
          </p:cNvPr>
          <p:cNvGrpSpPr/>
          <p:nvPr/>
        </p:nvGrpSpPr>
        <p:grpSpPr>
          <a:xfrm>
            <a:off x="1889296" y="1005536"/>
            <a:ext cx="8231250" cy="3756346"/>
            <a:chOff x="1889296" y="1005536"/>
            <a:chExt cx="8231250" cy="3756346"/>
          </a:xfrm>
        </p:grpSpPr>
        <p:pic>
          <p:nvPicPr>
            <p:cNvPr id="36" name="Picture 35" descr="Sunburst chart&#10;&#10;Description automatically generated">
              <a:extLst>
                <a:ext uri="{FF2B5EF4-FFF2-40B4-BE49-F238E27FC236}">
                  <a16:creationId xmlns:a16="http://schemas.microsoft.com/office/drawing/2014/main" id="{98EB56A9-FC7D-61B6-2328-211D537EC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04484" y="1269445"/>
              <a:ext cx="2245614" cy="2245614"/>
            </a:xfrm>
            <a:prstGeom prst="rect">
              <a:avLst/>
            </a:prstGeom>
          </p:spPr>
        </p:pic>
        <p:cxnSp>
          <p:nvCxnSpPr>
            <p:cNvPr id="37" name="Google Shape;247;p4">
              <a:extLst>
                <a:ext uri="{FF2B5EF4-FFF2-40B4-BE49-F238E27FC236}">
                  <a16:creationId xmlns:a16="http://schemas.microsoft.com/office/drawing/2014/main" id="{82677EA6-A772-B205-9B35-AF97D43AF913}"/>
                </a:ext>
              </a:extLst>
            </p:cNvPr>
            <p:cNvCxnSpPr/>
            <p:nvPr/>
          </p:nvCxnSpPr>
          <p:spPr>
            <a:xfrm>
              <a:off x="7103040" y="3156434"/>
              <a:ext cx="404776" cy="138957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8" name="Google Shape;248;p4">
              <a:extLst>
                <a:ext uri="{FF2B5EF4-FFF2-40B4-BE49-F238E27FC236}">
                  <a16:creationId xmlns:a16="http://schemas.microsoft.com/office/drawing/2014/main" id="{8AF56454-FAD9-FA66-E0DF-5314C83F0F52}"/>
                </a:ext>
              </a:extLst>
            </p:cNvPr>
            <p:cNvCxnSpPr/>
            <p:nvPr/>
          </p:nvCxnSpPr>
          <p:spPr>
            <a:xfrm flipH="1">
              <a:off x="4410490" y="3152246"/>
              <a:ext cx="391874" cy="153202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39" name="Google Shape;249;p4">
              <a:extLst>
                <a:ext uri="{FF2B5EF4-FFF2-40B4-BE49-F238E27FC236}">
                  <a16:creationId xmlns:a16="http://schemas.microsoft.com/office/drawing/2014/main" id="{AECC4895-537A-E359-D237-63154A152C9C}"/>
                </a:ext>
              </a:extLst>
            </p:cNvPr>
            <p:cNvCxnSpPr/>
            <p:nvPr/>
          </p:nvCxnSpPr>
          <p:spPr>
            <a:xfrm rot="5400000">
              <a:off x="5825747" y="3874771"/>
              <a:ext cx="246467" cy="269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0" name="Google Shape;250;p4">
              <a:extLst>
                <a:ext uri="{FF2B5EF4-FFF2-40B4-BE49-F238E27FC236}">
                  <a16:creationId xmlns:a16="http://schemas.microsoft.com/office/drawing/2014/main" id="{4D1C2538-077D-1DCC-2E44-F6B384B1834E}"/>
                </a:ext>
              </a:extLst>
            </p:cNvPr>
            <p:cNvCxnSpPr/>
            <p:nvPr/>
          </p:nvCxnSpPr>
          <p:spPr>
            <a:xfrm rot="10800000" flipH="1">
              <a:off x="7324126" y="2302177"/>
              <a:ext cx="314198" cy="538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41" name="Google Shape;251;p4">
              <a:extLst>
                <a:ext uri="{FF2B5EF4-FFF2-40B4-BE49-F238E27FC236}">
                  <a16:creationId xmlns:a16="http://schemas.microsoft.com/office/drawing/2014/main" id="{CAEA8442-AE82-B5ED-8B41-5D17A803F639}"/>
                </a:ext>
              </a:extLst>
            </p:cNvPr>
            <p:cNvCxnSpPr/>
            <p:nvPr/>
          </p:nvCxnSpPr>
          <p:spPr>
            <a:xfrm rot="10800000">
              <a:off x="4264371" y="2302177"/>
              <a:ext cx="310704" cy="538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sp>
          <p:nvSpPr>
            <p:cNvPr id="42" name="Google Shape;259;p4">
              <a:extLst>
                <a:ext uri="{FF2B5EF4-FFF2-40B4-BE49-F238E27FC236}">
                  <a16:creationId xmlns:a16="http://schemas.microsoft.com/office/drawing/2014/main" id="{25498FA9-DC6C-4507-ABFA-37F3D007FA78}"/>
                </a:ext>
              </a:extLst>
            </p:cNvPr>
            <p:cNvSpPr txBox="1"/>
            <p:nvPr/>
          </p:nvSpPr>
          <p:spPr>
            <a:xfrm>
              <a:off x="7514936" y="3094569"/>
              <a:ext cx="2605610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CONSERVATION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3" name="Google Shape;260;p4">
              <a:extLst>
                <a:ext uri="{FF2B5EF4-FFF2-40B4-BE49-F238E27FC236}">
                  <a16:creationId xmlns:a16="http://schemas.microsoft.com/office/drawing/2014/main" id="{2D50B587-8C2D-962E-2FB9-77A9EC453A92}"/>
                </a:ext>
              </a:extLst>
            </p:cNvPr>
            <p:cNvSpPr txBox="1"/>
            <p:nvPr/>
          </p:nvSpPr>
          <p:spPr>
            <a:xfrm>
              <a:off x="4938177" y="3996645"/>
              <a:ext cx="2080645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SPECIES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INTERACTIONS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" name="Google Shape;259;p4">
              <a:extLst>
                <a:ext uri="{FF2B5EF4-FFF2-40B4-BE49-F238E27FC236}">
                  <a16:creationId xmlns:a16="http://schemas.microsoft.com/office/drawing/2014/main" id="{DEB363A2-29ED-598F-ACAF-B7FF3D700416}"/>
                </a:ext>
              </a:extLst>
            </p:cNvPr>
            <p:cNvSpPr txBox="1"/>
            <p:nvPr/>
          </p:nvSpPr>
          <p:spPr>
            <a:xfrm>
              <a:off x="7617072" y="2105145"/>
              <a:ext cx="1424926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ECOLOGY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" name="Google Shape;259;p4">
              <a:extLst>
                <a:ext uri="{FF2B5EF4-FFF2-40B4-BE49-F238E27FC236}">
                  <a16:creationId xmlns:a16="http://schemas.microsoft.com/office/drawing/2014/main" id="{5F27BBA1-B6D0-4AE0-8558-ACADB4207B70}"/>
                </a:ext>
              </a:extLst>
            </p:cNvPr>
            <p:cNvSpPr txBox="1"/>
            <p:nvPr/>
          </p:nvSpPr>
          <p:spPr>
            <a:xfrm>
              <a:off x="2893925" y="3114989"/>
              <a:ext cx="1562874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GENOMICS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8E078F8-8633-262F-9CE8-51EBFC314D3C}"/>
                </a:ext>
              </a:extLst>
            </p:cNvPr>
            <p:cNvGrpSpPr/>
            <p:nvPr/>
          </p:nvGrpSpPr>
          <p:grpSpPr>
            <a:xfrm>
              <a:off x="4568579" y="1005536"/>
              <a:ext cx="2756718" cy="2756718"/>
              <a:chOff x="6536087" y="2745039"/>
              <a:chExt cx="2756718" cy="2756718"/>
            </a:xfrm>
          </p:grpSpPr>
          <p:sp>
            <p:nvSpPr>
              <p:cNvPr id="63" name="Google Shape;63;p4">
                <a:extLst>
                  <a:ext uri="{FF2B5EF4-FFF2-40B4-BE49-F238E27FC236}">
                    <a16:creationId xmlns:a16="http://schemas.microsoft.com/office/drawing/2014/main" id="{01A45116-38CC-E19C-4E37-EFF384B8B3EE}"/>
                  </a:ext>
                </a:extLst>
              </p:cNvPr>
              <p:cNvSpPr/>
              <p:nvPr/>
            </p:nvSpPr>
            <p:spPr>
              <a:xfrm rot="10800000">
                <a:off x="7023974" y="3222813"/>
                <a:ext cx="1784759" cy="1784759"/>
              </a:xfrm>
              <a:prstGeom prst="ellipse">
                <a:avLst/>
              </a:prstGeom>
              <a:noFill/>
              <a:ln w="381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1" dirty="0">
                  <a:solidFill>
                    <a:schemeClr val="tx1">
                      <a:lumMod val="65000"/>
                    </a:schemeClr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64" name="Google Shape;252;p4">
                <a:extLst>
                  <a:ext uri="{FF2B5EF4-FFF2-40B4-BE49-F238E27FC236}">
                    <a16:creationId xmlns:a16="http://schemas.microsoft.com/office/drawing/2014/main" id="{1A4F4271-431A-9A81-3EB5-2C2EC9B86BF7}"/>
                  </a:ext>
                </a:extLst>
              </p:cNvPr>
              <p:cNvSpPr/>
              <p:nvPr/>
            </p:nvSpPr>
            <p:spPr>
              <a:xfrm rot="10800000">
                <a:off x="6536087" y="2745039"/>
                <a:ext cx="2756718" cy="2756718"/>
              </a:xfrm>
              <a:custGeom>
                <a:avLst/>
                <a:gdLst/>
                <a:ahLst/>
                <a:cxnLst/>
                <a:rect l="l" t="t" r="r" b="b"/>
                <a:pathLst>
                  <a:path w="82670" h="82670" extrusionOk="0">
                    <a:moveTo>
                      <a:pt x="41343" y="500"/>
                    </a:moveTo>
                    <a:cubicBezTo>
                      <a:pt x="63828" y="500"/>
                      <a:pt x="82170" y="18842"/>
                      <a:pt x="82170" y="41328"/>
                    </a:cubicBezTo>
                    <a:cubicBezTo>
                      <a:pt x="82170" y="63889"/>
                      <a:pt x="63828" y="82155"/>
                      <a:pt x="41343" y="82155"/>
                    </a:cubicBezTo>
                    <a:cubicBezTo>
                      <a:pt x="18842" y="82155"/>
                      <a:pt x="515" y="63889"/>
                      <a:pt x="515" y="41328"/>
                    </a:cubicBezTo>
                    <a:cubicBezTo>
                      <a:pt x="515" y="18842"/>
                      <a:pt x="18842" y="500"/>
                      <a:pt x="41343" y="500"/>
                    </a:cubicBezTo>
                    <a:close/>
                    <a:moveTo>
                      <a:pt x="41343" y="1"/>
                    </a:moveTo>
                    <a:cubicBezTo>
                      <a:pt x="18524" y="1"/>
                      <a:pt x="0" y="18525"/>
                      <a:pt x="0" y="41328"/>
                    </a:cubicBezTo>
                    <a:cubicBezTo>
                      <a:pt x="0" y="64146"/>
                      <a:pt x="18524" y="82669"/>
                      <a:pt x="41343" y="82669"/>
                    </a:cubicBezTo>
                    <a:cubicBezTo>
                      <a:pt x="64146" y="82669"/>
                      <a:pt x="82669" y="64146"/>
                      <a:pt x="82669" y="41328"/>
                    </a:cubicBezTo>
                    <a:cubicBezTo>
                      <a:pt x="82669" y="18525"/>
                      <a:pt x="64146" y="1"/>
                      <a:pt x="41343" y="1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65" name="Google Shape;254;p4">
                <a:extLst>
                  <a:ext uri="{FF2B5EF4-FFF2-40B4-BE49-F238E27FC236}">
                    <a16:creationId xmlns:a16="http://schemas.microsoft.com/office/drawing/2014/main" id="{C84F7507-EB9E-262C-6607-1B016DFA38C8}"/>
                  </a:ext>
                </a:extLst>
              </p:cNvPr>
              <p:cNvSpPr/>
              <p:nvPr/>
            </p:nvSpPr>
            <p:spPr>
              <a:xfrm rot="10800000">
                <a:off x="6905686" y="3115138"/>
                <a:ext cx="2017003" cy="2017003"/>
              </a:xfrm>
              <a:custGeom>
                <a:avLst/>
                <a:gdLst/>
                <a:ahLst/>
                <a:cxnLst/>
                <a:rect l="l" t="t" r="r" b="b"/>
                <a:pathLst>
                  <a:path w="60487" h="60487" extrusionOk="0">
                    <a:moveTo>
                      <a:pt x="30244" y="515"/>
                    </a:moveTo>
                    <a:cubicBezTo>
                      <a:pt x="46620" y="515"/>
                      <a:pt x="59972" y="13867"/>
                      <a:pt x="59972" y="30244"/>
                    </a:cubicBezTo>
                    <a:cubicBezTo>
                      <a:pt x="59972" y="46635"/>
                      <a:pt x="46620" y="59987"/>
                      <a:pt x="30244" y="59987"/>
                    </a:cubicBezTo>
                    <a:cubicBezTo>
                      <a:pt x="13852" y="59987"/>
                      <a:pt x="500" y="46635"/>
                      <a:pt x="500" y="30244"/>
                    </a:cubicBezTo>
                    <a:cubicBezTo>
                      <a:pt x="500" y="13867"/>
                      <a:pt x="13852" y="515"/>
                      <a:pt x="30244" y="515"/>
                    </a:cubicBezTo>
                    <a:close/>
                    <a:moveTo>
                      <a:pt x="30244" y="1"/>
                    </a:moveTo>
                    <a:cubicBezTo>
                      <a:pt x="13549" y="1"/>
                      <a:pt x="1" y="13610"/>
                      <a:pt x="1" y="30244"/>
                    </a:cubicBezTo>
                    <a:cubicBezTo>
                      <a:pt x="1" y="46938"/>
                      <a:pt x="13549" y="60486"/>
                      <a:pt x="30244" y="60486"/>
                    </a:cubicBezTo>
                    <a:cubicBezTo>
                      <a:pt x="46938" y="60486"/>
                      <a:pt x="60486" y="46938"/>
                      <a:pt x="60486" y="30244"/>
                    </a:cubicBezTo>
                    <a:cubicBezTo>
                      <a:pt x="60486" y="13610"/>
                      <a:pt x="46938" y="1"/>
                      <a:pt x="30244" y="1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66" name="Google Shape;63;p4">
                <a:extLst>
                  <a:ext uri="{FF2B5EF4-FFF2-40B4-BE49-F238E27FC236}">
                    <a16:creationId xmlns:a16="http://schemas.microsoft.com/office/drawing/2014/main" id="{BD6F98C4-7A83-B587-E26F-9FADFABAF04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6725726" y="2934678"/>
                <a:ext cx="2377440" cy="2377440"/>
              </a:xfrm>
              <a:prstGeom prst="ellipse">
                <a:avLst/>
              </a:prstGeom>
              <a:noFill/>
              <a:ln w="762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1" dirty="0">
                  <a:solidFill>
                    <a:schemeClr val="tx1">
                      <a:lumMod val="65000"/>
                    </a:schemeClr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</p:grpSp>
        <p:pic>
          <p:nvPicPr>
            <p:cNvPr id="47" name="Picture 4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067294-F07C-C02E-E51F-66B1A4D1F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69242" flipH="1">
              <a:off x="4158026" y="3588051"/>
              <a:ext cx="999475" cy="1160681"/>
            </a:xfrm>
            <a:prstGeom prst="rect">
              <a:avLst/>
            </a:prstGeom>
          </p:spPr>
        </p:pic>
        <p:pic>
          <p:nvPicPr>
            <p:cNvPr id="48" name="Google Shape;64;p4">
              <a:extLst>
                <a:ext uri="{FF2B5EF4-FFF2-40B4-BE49-F238E27FC236}">
                  <a16:creationId xmlns:a16="http://schemas.microsoft.com/office/drawing/2014/main" id="{DD2A628F-AEBF-6C2F-E513-2797DEC74AE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98746" y="1758339"/>
              <a:ext cx="495866" cy="1276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259;p4">
              <a:extLst>
                <a:ext uri="{FF2B5EF4-FFF2-40B4-BE49-F238E27FC236}">
                  <a16:creationId xmlns:a16="http://schemas.microsoft.com/office/drawing/2014/main" id="{22DF0A96-3B04-7A82-599F-AFB0FD13A73D}"/>
                </a:ext>
              </a:extLst>
            </p:cNvPr>
            <p:cNvSpPr txBox="1"/>
            <p:nvPr/>
          </p:nvSpPr>
          <p:spPr>
            <a:xfrm>
              <a:off x="7461112" y="1170199"/>
              <a:ext cx="1703084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EVOLUTION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0" name="Google Shape;259;p4">
              <a:extLst>
                <a:ext uri="{FF2B5EF4-FFF2-40B4-BE49-F238E27FC236}">
                  <a16:creationId xmlns:a16="http://schemas.microsoft.com/office/drawing/2014/main" id="{0C5A3093-E390-0726-2304-D03B3A2EB1FD}"/>
                </a:ext>
              </a:extLst>
            </p:cNvPr>
            <p:cNvSpPr txBox="1"/>
            <p:nvPr/>
          </p:nvSpPr>
          <p:spPr>
            <a:xfrm>
              <a:off x="2447926" y="1165318"/>
              <a:ext cx="217439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POP. GENETICS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cxnSp>
          <p:nvCxnSpPr>
            <p:cNvPr id="51" name="Google Shape;247;p4">
              <a:extLst>
                <a:ext uri="{FF2B5EF4-FFF2-40B4-BE49-F238E27FC236}">
                  <a16:creationId xmlns:a16="http://schemas.microsoft.com/office/drawing/2014/main" id="{FC15EA66-0C82-91C9-6167-48C775651FE5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flipV="1">
              <a:off x="7088134" y="1370234"/>
              <a:ext cx="372978" cy="261899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52" name="Google Shape;247;p4">
              <a:extLst>
                <a:ext uri="{FF2B5EF4-FFF2-40B4-BE49-F238E27FC236}">
                  <a16:creationId xmlns:a16="http://schemas.microsoft.com/office/drawing/2014/main" id="{FB499DC0-679B-CE72-207F-EA1594C5AC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549693" y="1375635"/>
              <a:ext cx="265016" cy="247282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chemeClr val="tx1">
                  <a:lumMod val="65000"/>
                </a:schemeClr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F778A66-E45B-99B0-A5B8-0CD43EBBB576}"/>
                </a:ext>
              </a:extLst>
            </p:cNvPr>
            <p:cNvGrpSpPr/>
            <p:nvPr/>
          </p:nvGrpSpPr>
          <p:grpSpPr>
            <a:xfrm>
              <a:off x="1889296" y="2468944"/>
              <a:ext cx="792183" cy="792183"/>
              <a:chOff x="3629916" y="4166469"/>
              <a:chExt cx="792183" cy="792183"/>
            </a:xfrm>
          </p:grpSpPr>
          <p:pic>
            <p:nvPicPr>
              <p:cNvPr id="61" name="Graphic 60" descr="Monitor outline">
                <a:extLst>
                  <a:ext uri="{FF2B5EF4-FFF2-40B4-BE49-F238E27FC236}">
                    <a16:creationId xmlns:a16="http://schemas.microsoft.com/office/drawing/2014/main" id="{87E438F4-0C3D-1609-49E3-22E299A38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29916" y="4166469"/>
                <a:ext cx="792183" cy="792183"/>
              </a:xfrm>
              <a:prstGeom prst="rect">
                <a:avLst/>
              </a:prstGeom>
            </p:spPr>
          </p:pic>
          <p:sp>
            <p:nvSpPr>
              <p:cNvPr id="62" name="Google Shape;375;p4">
                <a:extLst>
                  <a:ext uri="{FF2B5EF4-FFF2-40B4-BE49-F238E27FC236}">
                    <a16:creationId xmlns:a16="http://schemas.microsoft.com/office/drawing/2014/main" id="{7894412C-CDB2-CA67-5076-2A1C398A74B8}"/>
                  </a:ext>
                </a:extLst>
              </p:cNvPr>
              <p:cNvSpPr/>
              <p:nvPr/>
            </p:nvSpPr>
            <p:spPr>
              <a:xfrm rot="7219320">
                <a:off x="3933337" y="4220324"/>
                <a:ext cx="155250" cy="577517"/>
              </a:xfrm>
              <a:custGeom>
                <a:avLst/>
                <a:gdLst/>
                <a:ahLst/>
                <a:cxnLst/>
                <a:rect l="l" t="t" r="r" b="b"/>
                <a:pathLst>
                  <a:path w="2799" h="11514" extrusionOk="0">
                    <a:moveTo>
                      <a:pt x="1382" y="1751"/>
                    </a:moveTo>
                    <a:cubicBezTo>
                      <a:pt x="1667" y="1917"/>
                      <a:pt x="1929" y="2084"/>
                      <a:pt x="2132" y="2275"/>
                    </a:cubicBezTo>
                    <a:lnTo>
                      <a:pt x="620" y="2275"/>
                    </a:lnTo>
                    <a:cubicBezTo>
                      <a:pt x="822" y="2084"/>
                      <a:pt x="1084" y="1917"/>
                      <a:pt x="1382" y="1751"/>
                    </a:cubicBezTo>
                    <a:close/>
                    <a:moveTo>
                      <a:pt x="2370" y="2620"/>
                    </a:moveTo>
                    <a:cubicBezTo>
                      <a:pt x="2465" y="2822"/>
                      <a:pt x="2489" y="3048"/>
                      <a:pt x="2382" y="3298"/>
                    </a:cubicBezTo>
                    <a:lnTo>
                      <a:pt x="381" y="3298"/>
                    </a:lnTo>
                    <a:cubicBezTo>
                      <a:pt x="298" y="3084"/>
                      <a:pt x="286" y="2858"/>
                      <a:pt x="381" y="2620"/>
                    </a:cubicBezTo>
                    <a:close/>
                    <a:moveTo>
                      <a:pt x="2144" y="3644"/>
                    </a:moveTo>
                    <a:cubicBezTo>
                      <a:pt x="1953" y="3834"/>
                      <a:pt x="1679" y="4001"/>
                      <a:pt x="1382" y="4168"/>
                    </a:cubicBezTo>
                    <a:cubicBezTo>
                      <a:pt x="1096" y="4001"/>
                      <a:pt x="822" y="3834"/>
                      <a:pt x="620" y="3644"/>
                    </a:cubicBezTo>
                    <a:close/>
                    <a:moveTo>
                      <a:pt x="2441" y="5918"/>
                    </a:moveTo>
                    <a:cubicBezTo>
                      <a:pt x="2334" y="6394"/>
                      <a:pt x="1893" y="6680"/>
                      <a:pt x="1382" y="6966"/>
                    </a:cubicBezTo>
                    <a:cubicBezTo>
                      <a:pt x="881" y="6680"/>
                      <a:pt x="429" y="6394"/>
                      <a:pt x="346" y="5918"/>
                    </a:cubicBezTo>
                    <a:close/>
                    <a:moveTo>
                      <a:pt x="1382" y="7347"/>
                    </a:moveTo>
                    <a:cubicBezTo>
                      <a:pt x="1679" y="7513"/>
                      <a:pt x="1953" y="7680"/>
                      <a:pt x="2144" y="7870"/>
                    </a:cubicBezTo>
                    <a:lnTo>
                      <a:pt x="620" y="7870"/>
                    </a:lnTo>
                    <a:cubicBezTo>
                      <a:pt x="822" y="7680"/>
                      <a:pt x="1096" y="7513"/>
                      <a:pt x="1382" y="7347"/>
                    </a:cubicBezTo>
                    <a:close/>
                    <a:moveTo>
                      <a:pt x="2394" y="8216"/>
                    </a:moveTo>
                    <a:cubicBezTo>
                      <a:pt x="2489" y="8454"/>
                      <a:pt x="2489" y="8680"/>
                      <a:pt x="2382" y="8894"/>
                    </a:cubicBezTo>
                    <a:lnTo>
                      <a:pt x="405" y="8894"/>
                    </a:lnTo>
                    <a:cubicBezTo>
                      <a:pt x="298" y="8656"/>
                      <a:pt x="298" y="8442"/>
                      <a:pt x="405" y="8216"/>
                    </a:cubicBezTo>
                    <a:close/>
                    <a:moveTo>
                      <a:pt x="2132" y="9240"/>
                    </a:moveTo>
                    <a:cubicBezTo>
                      <a:pt x="1929" y="9430"/>
                      <a:pt x="1667" y="9597"/>
                      <a:pt x="1382" y="9764"/>
                    </a:cubicBezTo>
                    <a:cubicBezTo>
                      <a:pt x="1096" y="9597"/>
                      <a:pt x="834" y="9430"/>
                      <a:pt x="620" y="9240"/>
                    </a:cubicBez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846"/>
                      <a:pt x="524" y="1251"/>
                      <a:pt x="1072" y="1560"/>
                    </a:cubicBezTo>
                    <a:cubicBezTo>
                      <a:pt x="500" y="1894"/>
                      <a:pt x="0" y="2310"/>
                      <a:pt x="0" y="2965"/>
                    </a:cubicBezTo>
                    <a:cubicBezTo>
                      <a:pt x="0" y="3644"/>
                      <a:pt x="524" y="4049"/>
                      <a:pt x="1072" y="4358"/>
                    </a:cubicBezTo>
                    <a:cubicBezTo>
                      <a:pt x="524" y="4668"/>
                      <a:pt x="0" y="5072"/>
                      <a:pt x="0" y="5763"/>
                    </a:cubicBezTo>
                    <a:cubicBezTo>
                      <a:pt x="0" y="6442"/>
                      <a:pt x="524" y="6847"/>
                      <a:pt x="1072" y="7156"/>
                    </a:cubicBezTo>
                    <a:cubicBezTo>
                      <a:pt x="524" y="7466"/>
                      <a:pt x="0" y="7870"/>
                      <a:pt x="0" y="8549"/>
                    </a:cubicBezTo>
                    <a:cubicBezTo>
                      <a:pt x="0" y="8799"/>
                      <a:pt x="72" y="9002"/>
                      <a:pt x="179" y="9180"/>
                    </a:cubicBezTo>
                    <a:cubicBezTo>
                      <a:pt x="227" y="9240"/>
                      <a:pt x="322" y="9525"/>
                      <a:pt x="1072" y="9954"/>
                    </a:cubicBezTo>
                    <a:cubicBezTo>
                      <a:pt x="524" y="10264"/>
                      <a:pt x="0" y="10668"/>
                      <a:pt x="0" y="11359"/>
                    </a:cubicBezTo>
                    <a:cubicBezTo>
                      <a:pt x="0" y="11442"/>
                      <a:pt x="72" y="11514"/>
                      <a:pt x="167" y="11514"/>
                    </a:cubicBezTo>
                    <a:cubicBezTo>
                      <a:pt x="250" y="11514"/>
                      <a:pt x="322" y="11442"/>
                      <a:pt x="322" y="11359"/>
                    </a:cubicBezTo>
                    <a:cubicBezTo>
                      <a:pt x="322" y="10776"/>
                      <a:pt x="834" y="10466"/>
                      <a:pt x="1393" y="10145"/>
                    </a:cubicBezTo>
                    <a:cubicBezTo>
                      <a:pt x="1965" y="10466"/>
                      <a:pt x="2465" y="10776"/>
                      <a:pt x="2465" y="11359"/>
                    </a:cubicBezTo>
                    <a:cubicBezTo>
                      <a:pt x="2465" y="11442"/>
                      <a:pt x="2548" y="11514"/>
                      <a:pt x="2632" y="11514"/>
                    </a:cubicBezTo>
                    <a:cubicBezTo>
                      <a:pt x="2727" y="11514"/>
                      <a:pt x="2798" y="11442"/>
                      <a:pt x="2798" y="11359"/>
                    </a:cubicBezTo>
                    <a:cubicBezTo>
                      <a:pt x="2798" y="10668"/>
                      <a:pt x="2274" y="10264"/>
                      <a:pt x="1727" y="9954"/>
                    </a:cubicBezTo>
                    <a:cubicBezTo>
                      <a:pt x="2286" y="9633"/>
                      <a:pt x="2798" y="9216"/>
                      <a:pt x="2798" y="8561"/>
                    </a:cubicBezTo>
                    <a:cubicBezTo>
                      <a:pt x="2798" y="7870"/>
                      <a:pt x="2274" y="7466"/>
                      <a:pt x="1727" y="7156"/>
                    </a:cubicBezTo>
                    <a:cubicBezTo>
                      <a:pt x="2274" y="6847"/>
                      <a:pt x="2798" y="6442"/>
                      <a:pt x="2798" y="5763"/>
                    </a:cubicBezTo>
                    <a:cubicBezTo>
                      <a:pt x="2798" y="5608"/>
                      <a:pt x="2763" y="5465"/>
                      <a:pt x="2727" y="5346"/>
                    </a:cubicBezTo>
                    <a:cubicBezTo>
                      <a:pt x="2699" y="5273"/>
                      <a:pt x="2629" y="5227"/>
                      <a:pt x="2560" y="5227"/>
                    </a:cubicBezTo>
                    <a:cubicBezTo>
                      <a:pt x="2539" y="5227"/>
                      <a:pt x="2519" y="5231"/>
                      <a:pt x="2501" y="5239"/>
                    </a:cubicBezTo>
                    <a:cubicBezTo>
                      <a:pt x="2405" y="5263"/>
                      <a:pt x="2370" y="5370"/>
                      <a:pt x="2394" y="5465"/>
                    </a:cubicBezTo>
                    <a:cubicBezTo>
                      <a:pt x="2405" y="5501"/>
                      <a:pt x="2405" y="5549"/>
                      <a:pt x="2405" y="5596"/>
                    </a:cubicBezTo>
                    <a:lnTo>
                      <a:pt x="322" y="5596"/>
                    </a:lnTo>
                    <a:cubicBezTo>
                      <a:pt x="417" y="5132"/>
                      <a:pt x="881" y="4834"/>
                      <a:pt x="1370" y="4549"/>
                    </a:cubicBezTo>
                    <a:cubicBezTo>
                      <a:pt x="1560" y="4656"/>
                      <a:pt x="1774" y="4775"/>
                      <a:pt x="1929" y="4906"/>
                    </a:cubicBezTo>
                    <a:cubicBezTo>
                      <a:pt x="1960" y="4932"/>
                      <a:pt x="1998" y="4944"/>
                      <a:pt x="2035" y="4944"/>
                    </a:cubicBezTo>
                    <a:cubicBezTo>
                      <a:pt x="2084" y="4944"/>
                      <a:pt x="2134" y="4923"/>
                      <a:pt x="2167" y="4882"/>
                    </a:cubicBezTo>
                    <a:cubicBezTo>
                      <a:pt x="2227" y="4811"/>
                      <a:pt x="2215" y="4703"/>
                      <a:pt x="2144" y="4644"/>
                    </a:cubicBezTo>
                    <a:cubicBezTo>
                      <a:pt x="2001" y="4537"/>
                      <a:pt x="1858" y="4453"/>
                      <a:pt x="1703" y="4358"/>
                    </a:cubicBezTo>
                    <a:cubicBezTo>
                      <a:pt x="2263" y="4049"/>
                      <a:pt x="2775" y="3644"/>
                      <a:pt x="2775" y="2965"/>
                    </a:cubicBezTo>
                    <a:cubicBezTo>
                      <a:pt x="2775" y="2727"/>
                      <a:pt x="2703" y="2513"/>
                      <a:pt x="2596" y="2334"/>
                    </a:cubicBezTo>
                    <a:cubicBezTo>
                      <a:pt x="2560" y="2275"/>
                      <a:pt x="2441" y="1989"/>
                      <a:pt x="1703" y="1560"/>
                    </a:cubicBezTo>
                    <a:cubicBezTo>
                      <a:pt x="2263" y="1239"/>
                      <a:pt x="2798" y="846"/>
                      <a:pt x="2798" y="167"/>
                    </a:cubicBezTo>
                    <a:cubicBezTo>
                      <a:pt x="2798" y="72"/>
                      <a:pt x="2727" y="0"/>
                      <a:pt x="2632" y="0"/>
                    </a:cubicBezTo>
                    <a:cubicBezTo>
                      <a:pt x="2548" y="0"/>
                      <a:pt x="2465" y="72"/>
                      <a:pt x="2465" y="167"/>
                    </a:cubicBezTo>
                    <a:cubicBezTo>
                      <a:pt x="2465" y="739"/>
                      <a:pt x="1965" y="1060"/>
                      <a:pt x="1393" y="1370"/>
                    </a:cubicBezTo>
                    <a:cubicBezTo>
                      <a:pt x="834" y="1060"/>
                      <a:pt x="322" y="727"/>
                      <a:pt x="322" y="167"/>
                    </a:cubicBez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4" name="Picture 53" descr="A picture containing text, blackboard&#10;&#10;Description automatically generated">
              <a:extLst>
                <a:ext uri="{FF2B5EF4-FFF2-40B4-BE49-F238E27FC236}">
                  <a16:creationId xmlns:a16="http://schemas.microsoft.com/office/drawing/2014/main" id="{B4BED22C-C621-BEA8-9E8C-5351B5641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4850" y="1410330"/>
              <a:ext cx="1047818" cy="721775"/>
            </a:xfrm>
            <a:prstGeom prst="rect">
              <a:avLst/>
            </a:prstGeom>
          </p:spPr>
        </p:pic>
        <p:pic>
          <p:nvPicPr>
            <p:cNvPr id="55" name="Picture 54" descr="A picture containing background pattern&#10;&#10;Description automatically generated">
              <a:extLst>
                <a:ext uri="{FF2B5EF4-FFF2-40B4-BE49-F238E27FC236}">
                  <a16:creationId xmlns:a16="http://schemas.microsoft.com/office/drawing/2014/main" id="{66699408-272D-EE85-ABFA-C7539CC64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45783" y="1345935"/>
              <a:ext cx="638969" cy="674271"/>
            </a:xfrm>
            <a:prstGeom prst="rect">
              <a:avLst/>
            </a:prstGeom>
          </p:spPr>
        </p:pic>
        <p:pic>
          <p:nvPicPr>
            <p:cNvPr id="56" name="Graphic 55" descr="Turtle with solid fill">
              <a:extLst>
                <a:ext uri="{FF2B5EF4-FFF2-40B4-BE49-F238E27FC236}">
                  <a16:creationId xmlns:a16="http://schemas.microsoft.com/office/drawing/2014/main" id="{A83E9B9A-D56B-034E-D3C2-D1B314CE73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55740" y="2368081"/>
              <a:ext cx="763888" cy="763888"/>
            </a:xfrm>
            <a:prstGeom prst="rect">
              <a:avLst/>
            </a:prstGeom>
          </p:spPr>
        </p:pic>
        <p:pic>
          <p:nvPicPr>
            <p:cNvPr id="57" name="Graphic 56" descr="Earth globe: Americas with solid fill">
              <a:extLst>
                <a:ext uri="{FF2B5EF4-FFF2-40B4-BE49-F238E27FC236}">
                  <a16:creationId xmlns:a16="http://schemas.microsoft.com/office/drawing/2014/main" id="{0F38E43C-D2E5-B0B6-77BA-7491418674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205250" y="3532073"/>
              <a:ext cx="792395" cy="792395"/>
            </a:xfrm>
            <a:prstGeom prst="rect">
              <a:avLst/>
            </a:prstGeom>
          </p:spPr>
        </p:pic>
        <p:sp>
          <p:nvSpPr>
            <p:cNvPr id="58" name="Google Shape;259;p4">
              <a:extLst>
                <a:ext uri="{FF2B5EF4-FFF2-40B4-BE49-F238E27FC236}">
                  <a16:creationId xmlns:a16="http://schemas.microsoft.com/office/drawing/2014/main" id="{CBDE5088-914D-37B4-A503-F36B2AB2C1DC}"/>
                </a:ext>
              </a:extLst>
            </p:cNvPr>
            <p:cNvSpPr txBox="1"/>
            <p:nvPr/>
          </p:nvSpPr>
          <p:spPr>
            <a:xfrm>
              <a:off x="1931707" y="2111857"/>
              <a:ext cx="2405892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000" b="1" dirty="0">
                  <a:solidFill>
                    <a:schemeClr val="bg1"/>
                  </a:solidFill>
                  <a:latin typeface="Raleway"/>
                  <a:ea typeface="Raleway"/>
                  <a:cs typeface="Raleway"/>
                  <a:sym typeface="Raleway"/>
                </a:rPr>
                <a:t>BIOINFORMATICS</a:t>
              </a:r>
              <a:endParaRPr sz="2000" b="1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id="59" name="Graphic 58" descr="DNA with solid fill">
              <a:extLst>
                <a:ext uri="{FF2B5EF4-FFF2-40B4-BE49-F238E27FC236}">
                  <a16:creationId xmlns:a16="http://schemas.microsoft.com/office/drawing/2014/main" id="{3150D6D6-1C97-75DE-0F02-93AFCA07E4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3186456">
              <a:off x="2931954" y="3524492"/>
              <a:ext cx="363114" cy="767798"/>
            </a:xfrm>
            <a:prstGeom prst="rect">
              <a:avLst/>
            </a:prstGeom>
          </p:spPr>
        </p:pic>
        <p:pic>
          <p:nvPicPr>
            <p:cNvPr id="60" name="Graphic 59" descr="DNA with solid fill">
              <a:extLst>
                <a:ext uri="{FF2B5EF4-FFF2-40B4-BE49-F238E27FC236}">
                  <a16:creationId xmlns:a16="http://schemas.microsoft.com/office/drawing/2014/main" id="{60BF2AE8-4BA5-566E-BE80-BB4B53CEA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3186456">
              <a:off x="3221513" y="3592868"/>
              <a:ext cx="363114" cy="767798"/>
            </a:xfrm>
            <a:prstGeom prst="rect">
              <a:avLst/>
            </a:prstGeom>
          </p:spPr>
        </p:pic>
        <p:pic>
          <p:nvPicPr>
            <p:cNvPr id="67" name="Picture 6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EE6395C4-67EA-5CAB-9364-B714C03E6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0730758">
              <a:off x="6806455" y="3601201"/>
              <a:ext cx="999475" cy="11606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33064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11749</TotalTime>
  <Words>22</Words>
  <Application>Microsoft Macintosh PowerPoint</Application>
  <PresentationFormat>Widescreen</PresentationFormat>
  <Paragraphs>18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Raleway</vt:lpstr>
      <vt:lpstr>Custom Design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the Influence of Competition on Venom Evolution</dc:title>
  <dc:creator>Rhett Micah Rautsaw</dc:creator>
  <cp:lastModifiedBy>Rhett Rautsaw</cp:lastModifiedBy>
  <cp:revision>343</cp:revision>
  <dcterms:created xsi:type="dcterms:W3CDTF">2019-10-29T17:44:29Z</dcterms:created>
  <dcterms:modified xsi:type="dcterms:W3CDTF">2026-06-14T20:55:44Z</dcterms:modified>
</cp:coreProperties>
</file>